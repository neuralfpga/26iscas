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8" r:id="rId10"/>
    <p:sldId id="264" r:id="rId11"/>
    <p:sldId id="265" r:id="rId12"/>
    <p:sldId id="266" r:id="rId13"/>
    <p:sldId id="269" r:id="rId14"/>
    <p:sldId id="270" r:id="rId15"/>
    <p:sldId id="272" r:id="rId16"/>
    <p:sldId id="273" r:id="rId1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87BA0D1-15F4-4822-A97F-D958B8427EC7}">
          <p14:sldIdLst>
            <p14:sldId id="256"/>
            <p14:sldId id="257"/>
          </p14:sldIdLst>
        </p14:section>
        <p14:section name="Design Space" id="{71F8ADB7-93C7-47E0-8FBD-D3603F985427}">
          <p14:sldIdLst>
            <p14:sldId id="258"/>
            <p14:sldId id="260"/>
            <p14:sldId id="261"/>
            <p14:sldId id="259"/>
            <p14:sldId id="262"/>
            <p14:sldId id="263"/>
          </p14:sldIdLst>
        </p14:section>
        <p14:section name="FPGA" id="{EE334E3E-6250-49A8-B41A-DDC2625D9B61}">
          <p14:sldIdLst>
            <p14:sldId id="268"/>
            <p14:sldId id="264"/>
            <p14:sldId id="265"/>
            <p14:sldId id="266"/>
          </p14:sldIdLst>
        </p14:section>
        <p14:section name="ASIC" id="{84D5407E-B1D1-4ADA-B463-714153CBB1CF}">
          <p14:sldIdLst>
            <p14:sldId id="269"/>
            <p14:sldId id="270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70498-E52B-EEFA-982B-F76026CFFAFE}" v="154" dt="2026-04-30T14:21:54.537"/>
    <p1510:client id="{2AE444AF-01B3-4A44-86CE-E327AEB2C5AE}" v="150" dt="2026-04-30T18:27:30.566"/>
    <p1510:client id="{59A737F0-F9E9-2728-0372-7655638F3488}" v="1" dt="2026-04-30T17:57:49.734"/>
    <p1510:client id="{5BE6251B-1C5F-132E-2376-F96A1FCB2FBA}" v="162" dt="2026-04-30T18:22:28.878"/>
    <p1510:client id="{8A344BC7-2993-0403-E38E-6CECCF6D326F}" v="63" dt="2026-04-30T15:52:06.096"/>
    <p1510:client id="{E18BD0CD-C5A6-4F7F-8CF3-0B7EAE884C4D}" v="1712" dt="2026-04-30T17:05:33.438"/>
    <p1510:client id="{FD08955E-4143-1671-EDD9-7903DB788F71}" v="2" dt="2026-04-30T16:30:31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il Rontionov" userId="S::mr21g23@soton.ac.uk::d9c91f40-8497-450d-94a2-ff9591512012" providerId="AD" clId="Web-{8A344BC7-2993-0403-E38E-6CECCF6D326F}"/>
    <pc:docChg chg="addSld modSld sldOrd addSection modSection">
      <pc:chgData name="Michail Rontionov" userId="S::mr21g23@soton.ac.uk::d9c91f40-8497-450d-94a2-ff9591512012" providerId="AD" clId="Web-{8A344BC7-2993-0403-E38E-6CECCF6D326F}" dt="2026-04-30T15:52:06.096" v="62" actId="1076"/>
      <pc:docMkLst>
        <pc:docMk/>
      </pc:docMkLst>
      <pc:sldChg chg="modSp ord">
        <pc:chgData name="Michail Rontionov" userId="S::mr21g23@soton.ac.uk::d9c91f40-8497-450d-94a2-ff9591512012" providerId="AD" clId="Web-{8A344BC7-2993-0403-E38E-6CECCF6D326F}" dt="2026-04-30T15:50:58.860" v="39" actId="20577"/>
        <pc:sldMkLst>
          <pc:docMk/>
          <pc:sldMk cId="0" sldId="256"/>
        </pc:sldMkLst>
        <pc:spChg chg="mod">
          <ac:chgData name="Michail Rontionov" userId="S::mr21g23@soton.ac.uk::d9c91f40-8497-450d-94a2-ff9591512012" providerId="AD" clId="Web-{8A344BC7-2993-0403-E38E-6CECCF6D326F}" dt="2026-04-30T15:50:58.860" v="39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">
        <pc:chgData name="Michail Rontionov" userId="S::mr21g23@soton.ac.uk::d9c91f40-8497-450d-94a2-ff9591512012" providerId="AD" clId="Web-{8A344BC7-2993-0403-E38E-6CECCF6D326F}" dt="2026-04-30T15:51:19.282" v="44" actId="20577"/>
        <pc:sldMkLst>
          <pc:docMk/>
          <pc:sldMk cId="0" sldId="257"/>
        </pc:sldMkLst>
        <pc:spChg chg="mod">
          <ac:chgData name="Michail Rontionov" userId="S::mr21g23@soton.ac.uk::d9c91f40-8497-450d-94a2-ff9591512012" providerId="AD" clId="Web-{8A344BC7-2993-0403-E38E-6CECCF6D326F}" dt="2026-04-30T15:51:19.282" v="44" actId="20577"/>
          <ac:spMkLst>
            <pc:docMk/>
            <pc:sldMk cId="0" sldId="257"/>
            <ac:spMk id="11" creationId="{00000000-0000-0000-0000-000000000000}"/>
          </ac:spMkLst>
        </pc:spChg>
      </pc:sldChg>
      <pc:sldChg chg="modSp ord">
        <pc:chgData name="Michail Rontionov" userId="S::mr21g23@soton.ac.uk::d9c91f40-8497-450d-94a2-ff9591512012" providerId="AD" clId="Web-{8A344BC7-2993-0403-E38E-6CECCF6D326F}" dt="2026-04-30T15:51:11.266" v="42" actId="1076"/>
        <pc:sldMkLst>
          <pc:docMk/>
          <pc:sldMk cId="2024866850" sldId="258"/>
        </pc:sldMkLst>
        <pc:spChg chg="mod">
          <ac:chgData name="Michail Rontionov" userId="S::mr21g23@soton.ac.uk::d9c91f40-8497-450d-94a2-ff9591512012" providerId="AD" clId="Web-{8A344BC7-2993-0403-E38E-6CECCF6D326F}" dt="2026-04-30T15:51:11.266" v="42" actId="1076"/>
          <ac:spMkLst>
            <pc:docMk/>
            <pc:sldMk cId="2024866850" sldId="258"/>
            <ac:spMk id="2" creationId="{5E1EE636-D291-C8E1-209B-D483C70D282A}"/>
          </ac:spMkLst>
        </pc:spChg>
      </pc:sldChg>
      <pc:sldChg chg="new ord">
        <pc:chgData name="Michail Rontionov" userId="S::mr21g23@soton.ac.uk::d9c91f40-8497-450d-94a2-ff9591512012" providerId="AD" clId="Web-{8A344BC7-2993-0403-E38E-6CECCF6D326F}" dt="2026-04-30T15:48:44.104" v="10"/>
        <pc:sldMkLst>
          <pc:docMk/>
          <pc:sldMk cId="3529044101" sldId="259"/>
        </pc:sldMkLst>
      </pc:sldChg>
      <pc:sldChg chg="new ord">
        <pc:chgData name="Michail Rontionov" userId="S::mr21g23@soton.ac.uk::d9c91f40-8497-450d-94a2-ff9591512012" providerId="AD" clId="Web-{8A344BC7-2993-0403-E38E-6CECCF6D326F}" dt="2026-04-30T15:48:46.760" v="12"/>
        <pc:sldMkLst>
          <pc:docMk/>
          <pc:sldMk cId="4052037198" sldId="260"/>
        </pc:sldMkLst>
      </pc:sldChg>
      <pc:sldChg chg="modSp new">
        <pc:chgData name="Michail Rontionov" userId="S::mr21g23@soton.ac.uk::d9c91f40-8497-450d-94a2-ff9591512012" providerId="AD" clId="Web-{8A344BC7-2993-0403-E38E-6CECCF6D326F}" dt="2026-04-30T15:52:06.096" v="62" actId="1076"/>
        <pc:sldMkLst>
          <pc:docMk/>
          <pc:sldMk cId="33837087" sldId="261"/>
        </pc:sldMkLst>
        <pc:spChg chg="mod">
          <ac:chgData name="Michail Rontionov" userId="S::mr21g23@soton.ac.uk::d9c91f40-8497-450d-94a2-ff9591512012" providerId="AD" clId="Web-{8A344BC7-2993-0403-E38E-6CECCF6D326F}" dt="2026-04-30T15:52:06.096" v="62" actId="1076"/>
          <ac:spMkLst>
            <pc:docMk/>
            <pc:sldMk cId="33837087" sldId="261"/>
            <ac:spMk id="2" creationId="{C2877AF1-D211-BC7C-C3BA-5968EC4A98F3}"/>
          </ac:spMkLst>
        </pc:spChg>
      </pc:sldChg>
    </pc:docChg>
  </pc:docChgLst>
  <pc:docChgLst>
    <pc:chgData name="Michail Rontionov" userId="S::mr21g23@soton.ac.uk::d9c91f40-8497-450d-94a2-ff9591512012" providerId="AD" clId="Web-{1BF70498-E52B-EEFA-982B-F76026CFFAFE}"/>
    <pc:docChg chg="addSld modSld addSection delSection modSection">
      <pc:chgData name="Michail Rontionov" userId="S::mr21g23@soton.ac.uk::d9c91f40-8497-450d-94a2-ff9591512012" providerId="AD" clId="Web-{1BF70498-E52B-EEFA-982B-F76026CFFAFE}" dt="2026-04-30T14:21:54.537" v="90"/>
      <pc:docMkLst>
        <pc:docMk/>
      </pc:docMkLst>
      <pc:sldChg chg="addSp modSp">
        <pc:chgData name="Michail Rontionov" userId="S::mr21g23@soton.ac.uk::d9c91f40-8497-450d-94a2-ff9591512012" providerId="AD" clId="Web-{1BF70498-E52B-EEFA-982B-F76026CFFAFE}" dt="2026-04-30T14:20:06.325" v="39" actId="1076"/>
        <pc:sldMkLst>
          <pc:docMk/>
          <pc:sldMk cId="0" sldId="256"/>
        </pc:sldMkLst>
        <pc:spChg chg="add mod">
          <ac:chgData name="Michail Rontionov" userId="S::mr21g23@soton.ac.uk::d9c91f40-8497-450d-94a2-ff9591512012" providerId="AD" clId="Web-{1BF70498-E52B-EEFA-982B-F76026CFFAFE}" dt="2026-04-30T14:20:06.325" v="39" actId="1076"/>
          <ac:spMkLst>
            <pc:docMk/>
            <pc:sldMk cId="0" sldId="256"/>
            <ac:spMk id="2" creationId="{0B7DBB04-857A-3ECC-328A-00124E80C91C}"/>
          </ac:spMkLst>
        </pc:spChg>
        <pc:spChg chg="mod">
          <ac:chgData name="Michail Rontionov" userId="S::mr21g23@soton.ac.uk::d9c91f40-8497-450d-94a2-ff9591512012" providerId="AD" clId="Web-{1BF70498-E52B-EEFA-982B-F76026CFFAFE}" dt="2026-04-30T14:19:15.590" v="0" actId="1076"/>
          <ac:spMkLst>
            <pc:docMk/>
            <pc:sldMk cId="0" sldId="256"/>
            <ac:spMk id="9" creationId="{00000000-0000-0000-0000-000000000000}"/>
          </ac:spMkLst>
        </pc:spChg>
      </pc:sldChg>
      <pc:sldChg chg="addSp delSp modSp">
        <pc:chgData name="Michail Rontionov" userId="S::mr21g23@soton.ac.uk::d9c91f40-8497-450d-94a2-ff9591512012" providerId="AD" clId="Web-{1BF70498-E52B-EEFA-982B-F76026CFFAFE}" dt="2026-04-30T14:21:30.425" v="85" actId="1076"/>
        <pc:sldMkLst>
          <pc:docMk/>
          <pc:sldMk cId="0" sldId="257"/>
        </pc:sldMkLst>
        <pc:spChg chg="add">
          <ac:chgData name="Michail Rontionov" userId="S::mr21g23@soton.ac.uk::d9c91f40-8497-450d-94a2-ff9591512012" providerId="AD" clId="Web-{1BF70498-E52B-EEFA-982B-F76026CFFAFE}" dt="2026-04-30T14:20:29.778" v="46"/>
          <ac:spMkLst>
            <pc:docMk/>
            <pc:sldMk cId="0" sldId="257"/>
            <ac:spMk id="2" creationId="{8B8B6B69-B456-28C2-1969-44A58840B52A}"/>
          </ac:spMkLst>
        </pc:spChg>
        <pc:spChg chg="add del">
          <ac:chgData name="Michail Rontionov" userId="S::mr21g23@soton.ac.uk::d9c91f40-8497-450d-94a2-ff9591512012" providerId="AD" clId="Web-{1BF70498-E52B-EEFA-982B-F76026CFFAFE}" dt="2026-04-30T14:20:32.356" v="48"/>
          <ac:spMkLst>
            <pc:docMk/>
            <pc:sldMk cId="0" sldId="257"/>
            <ac:spMk id="3" creationId="{A6BF81C0-BEE4-F846-9B15-CED36696E1E0}"/>
          </ac:spMkLst>
        </pc:spChg>
        <pc:spChg chg="add mod">
          <ac:chgData name="Michail Rontionov" userId="S::mr21g23@soton.ac.uk::d9c91f40-8497-450d-94a2-ff9591512012" providerId="AD" clId="Web-{1BF70498-E52B-EEFA-982B-F76026CFFAFE}" dt="2026-04-30T14:21:30.425" v="85" actId="1076"/>
          <ac:spMkLst>
            <pc:docMk/>
            <pc:sldMk cId="0" sldId="257"/>
            <ac:spMk id="4" creationId="{388C8803-0EE7-DE28-1996-A33CD141FA58}"/>
          </ac:spMkLst>
        </pc:spChg>
        <pc:spChg chg="mod">
          <ac:chgData name="Michail Rontionov" userId="S::mr21g23@soton.ac.uk::d9c91f40-8497-450d-94a2-ff9591512012" providerId="AD" clId="Web-{1BF70498-E52B-EEFA-982B-F76026CFFAFE}" dt="2026-04-30T14:20:24.075" v="45" actId="20577"/>
          <ac:spMkLst>
            <pc:docMk/>
            <pc:sldMk cId="0" sldId="257"/>
            <ac:spMk id="11" creationId="{00000000-0000-0000-0000-000000000000}"/>
          </ac:spMkLst>
        </pc:spChg>
      </pc:sldChg>
      <pc:sldChg chg="new">
        <pc:chgData name="Michail Rontionov" userId="S::mr21g23@soton.ac.uk::d9c91f40-8497-450d-94a2-ff9591512012" providerId="AD" clId="Web-{1BF70498-E52B-EEFA-982B-F76026CFFAFE}" dt="2026-04-30T14:21:46.411" v="88"/>
        <pc:sldMkLst>
          <pc:docMk/>
          <pc:sldMk cId="2024866850" sldId="258"/>
        </pc:sldMkLst>
      </pc:sldChg>
    </pc:docChg>
  </pc:docChgLst>
  <pc:docChgLst>
    <pc:chgData name="Michail Rontionov" userId="S::mr21g23@soton.ac.uk::d9c91f40-8497-450d-94a2-ff9591512012" providerId="AD" clId="Web-{5BE6251B-1C5F-132E-2376-F96A1FCB2FBA}"/>
    <pc:docChg chg="addSld modSld sldOrd modSection">
      <pc:chgData name="Michail Rontionov" userId="S::mr21g23@soton.ac.uk::d9c91f40-8497-450d-94a2-ff9591512012" providerId="AD" clId="Web-{5BE6251B-1C5F-132E-2376-F96A1FCB2FBA}" dt="2026-04-30T18:22:28.878" v="161"/>
      <pc:docMkLst>
        <pc:docMk/>
      </pc:docMkLst>
      <pc:sldChg chg="modSp">
        <pc:chgData name="Michail Rontionov" userId="S::mr21g23@soton.ac.uk::d9c91f40-8497-450d-94a2-ff9591512012" providerId="AD" clId="Web-{5BE6251B-1C5F-132E-2376-F96A1FCB2FBA}" dt="2026-04-30T18:17:16.024" v="44" actId="20577"/>
        <pc:sldMkLst>
          <pc:docMk/>
          <pc:sldMk cId="3976749527" sldId="262"/>
        </pc:sldMkLst>
        <pc:spChg chg="mod">
          <ac:chgData name="Michail Rontionov" userId="S::mr21g23@soton.ac.uk::d9c91f40-8497-450d-94a2-ff9591512012" providerId="AD" clId="Web-{5BE6251B-1C5F-132E-2376-F96A1FCB2FBA}" dt="2026-04-30T18:17:16.024" v="44" actId="20577"/>
          <ac:spMkLst>
            <pc:docMk/>
            <pc:sldMk cId="3976749527" sldId="262"/>
            <ac:spMk id="3" creationId="{41D2BC7C-3FA0-F4F9-0E33-63FC34D6134B}"/>
          </ac:spMkLst>
        </pc:spChg>
      </pc:sldChg>
      <pc:sldChg chg="modSp new">
        <pc:chgData name="Michail Rontionov" userId="S::mr21g23@soton.ac.uk::d9c91f40-8497-450d-94a2-ff9591512012" providerId="AD" clId="Web-{5BE6251B-1C5F-132E-2376-F96A1FCB2FBA}" dt="2026-04-30T18:19:20.808" v="138" actId="20577"/>
        <pc:sldMkLst>
          <pc:docMk/>
          <pc:sldMk cId="1723268948" sldId="263"/>
        </pc:sldMkLst>
        <pc:spChg chg="mod">
          <ac:chgData name="Michail Rontionov" userId="S::mr21g23@soton.ac.uk::d9c91f40-8497-450d-94a2-ff9591512012" providerId="AD" clId="Web-{5BE6251B-1C5F-132E-2376-F96A1FCB2FBA}" dt="2026-04-30T18:19:20.808" v="138" actId="20577"/>
          <ac:spMkLst>
            <pc:docMk/>
            <pc:sldMk cId="1723268948" sldId="263"/>
            <ac:spMk id="3" creationId="{F569F460-039C-472E-8263-29BE087CCC41}"/>
          </ac:spMkLst>
        </pc:spChg>
      </pc:sldChg>
      <pc:sldChg chg="modSp new ord">
        <pc:chgData name="Michail Rontionov" userId="S::mr21g23@soton.ac.uk::d9c91f40-8497-450d-94a2-ff9591512012" providerId="AD" clId="Web-{5BE6251B-1C5F-132E-2376-F96A1FCB2FBA}" dt="2026-04-30T18:20:19.887" v="146" actId="20577"/>
        <pc:sldMkLst>
          <pc:docMk/>
          <pc:sldMk cId="2850077779" sldId="264"/>
        </pc:sldMkLst>
        <pc:spChg chg="mod">
          <ac:chgData name="Michail Rontionov" userId="S::mr21g23@soton.ac.uk::d9c91f40-8497-450d-94a2-ff9591512012" providerId="AD" clId="Web-{5BE6251B-1C5F-132E-2376-F96A1FCB2FBA}" dt="2026-04-30T18:20:19.887" v="146" actId="20577"/>
          <ac:spMkLst>
            <pc:docMk/>
            <pc:sldMk cId="2850077779" sldId="264"/>
            <ac:spMk id="3" creationId="{9859C790-6D81-F360-7D63-E9C7FDB29181}"/>
          </ac:spMkLst>
        </pc:spChg>
      </pc:sldChg>
      <pc:sldChg chg="modSp new">
        <pc:chgData name="Michail Rontionov" userId="S::mr21g23@soton.ac.uk::d9c91f40-8497-450d-94a2-ff9591512012" providerId="AD" clId="Web-{5BE6251B-1C5F-132E-2376-F96A1FCB2FBA}" dt="2026-04-30T18:22:11.908" v="156" actId="20577"/>
        <pc:sldMkLst>
          <pc:docMk/>
          <pc:sldMk cId="1158491198" sldId="265"/>
        </pc:sldMkLst>
        <pc:spChg chg="mod">
          <ac:chgData name="Michail Rontionov" userId="S::mr21g23@soton.ac.uk::d9c91f40-8497-450d-94a2-ff9591512012" providerId="AD" clId="Web-{5BE6251B-1C5F-132E-2376-F96A1FCB2FBA}" dt="2026-04-30T18:22:11.908" v="156" actId="20577"/>
          <ac:spMkLst>
            <pc:docMk/>
            <pc:sldMk cId="1158491198" sldId="265"/>
            <ac:spMk id="3" creationId="{A4BD79B5-F7D6-C7D1-35C1-F8ABD5B02BFC}"/>
          </ac:spMkLst>
        </pc:spChg>
      </pc:sldChg>
      <pc:sldChg chg="modSp new">
        <pc:chgData name="Michail Rontionov" userId="S::mr21g23@soton.ac.uk::d9c91f40-8497-450d-94a2-ff9591512012" providerId="AD" clId="Web-{5BE6251B-1C5F-132E-2376-F96A1FCB2FBA}" dt="2026-04-30T18:22:19.596" v="159" actId="20577"/>
        <pc:sldMkLst>
          <pc:docMk/>
          <pc:sldMk cId="954618670" sldId="266"/>
        </pc:sldMkLst>
        <pc:spChg chg="mod">
          <ac:chgData name="Michail Rontionov" userId="S::mr21g23@soton.ac.uk::d9c91f40-8497-450d-94a2-ff9591512012" providerId="AD" clId="Web-{5BE6251B-1C5F-132E-2376-F96A1FCB2FBA}" dt="2026-04-30T18:22:19.596" v="159" actId="20577"/>
          <ac:spMkLst>
            <pc:docMk/>
            <pc:sldMk cId="954618670" sldId="266"/>
            <ac:spMk id="3" creationId="{CF091598-70F5-B7F2-6546-042A63A1A0F8}"/>
          </ac:spMkLst>
        </pc:spChg>
      </pc:sldChg>
      <pc:sldChg chg="new ord">
        <pc:chgData name="Michail Rontionov" userId="S::mr21g23@soton.ac.uk::d9c91f40-8497-450d-94a2-ff9591512012" providerId="AD" clId="Web-{5BE6251B-1C5F-132E-2376-F96A1FCB2FBA}" dt="2026-04-30T18:22:28.878" v="161"/>
        <pc:sldMkLst>
          <pc:docMk/>
          <pc:sldMk cId="4022900062" sldId="267"/>
        </pc:sldMkLst>
      </pc:sldChg>
    </pc:docChg>
  </pc:docChgLst>
  <pc:docChgLst>
    <pc:chgData name="Michail Rontionov" userId="d9c91f40-8497-450d-94a2-ff9591512012" providerId="ADAL" clId="{382F1141-363F-4F58-987D-D7A61826E924}"/>
    <pc:docChg chg="modSld modMainMaster">
      <pc:chgData name="Michail Rontionov" userId="d9c91f40-8497-450d-94a2-ff9591512012" providerId="ADAL" clId="{382F1141-363F-4F58-987D-D7A61826E924}" dt="2026-04-30T17:05:10.227" v="46"/>
      <pc:docMkLst>
        <pc:docMk/>
      </pc:docMkLst>
      <pc:sldChg chg="addSp delSp modSp">
        <pc:chgData name="Michail Rontionov" userId="d9c91f40-8497-450d-94a2-ff9591512012" providerId="ADAL" clId="{382F1141-363F-4F58-987D-D7A61826E924}" dt="2026-04-30T17:05:10.227" v="46"/>
        <pc:sldMkLst>
          <pc:docMk/>
          <pc:sldMk cId="2415428512" sldId="259"/>
        </pc:sldMkLst>
        <pc:spChg chg="mod">
          <ac:chgData name="Michail Rontionov" userId="d9c91f40-8497-450d-94a2-ff9591512012" providerId="ADAL" clId="{382F1141-363F-4F58-987D-D7A61826E924}" dt="2026-04-30T16:31:38.533" v="30" actId="20577"/>
          <ac:spMkLst>
            <pc:docMk/>
            <pc:sldMk cId="2415428512" sldId="259"/>
            <ac:spMk id="4" creationId="{356902C9-D142-5A73-FE61-EE1C54BED7EA}"/>
          </ac:spMkLst>
        </pc:spChg>
        <pc:spChg chg="mod">
          <ac:chgData name="Michail Rontionov" userId="d9c91f40-8497-450d-94a2-ff9591512012" providerId="ADAL" clId="{382F1141-363F-4F58-987D-D7A61826E924}" dt="2026-04-30T16:31:18.376" v="29"/>
          <ac:spMkLst>
            <pc:docMk/>
            <pc:sldMk cId="2415428512" sldId="259"/>
            <ac:spMk id="6" creationId="{97D98C4E-B419-08B9-CD0F-BC3264243E62}"/>
          </ac:spMkLst>
        </pc:spChg>
        <pc:spChg chg="del">
          <ac:chgData name="Michail Rontionov" userId="d9c91f40-8497-450d-94a2-ff9591512012" providerId="ADAL" clId="{382F1141-363F-4F58-987D-D7A61826E924}" dt="2026-04-30T16:34:26.181" v="31"/>
          <ac:spMkLst>
            <pc:docMk/>
            <pc:sldMk cId="2415428512" sldId="259"/>
            <ac:spMk id="7" creationId="{C6C936F3-19C1-6074-C33F-ED1FFEBAD328}"/>
          </ac:spMkLst>
        </pc:spChg>
        <pc:picChg chg="add mod">
          <ac:chgData name="Michail Rontionov" userId="d9c91f40-8497-450d-94a2-ff9591512012" providerId="ADAL" clId="{382F1141-363F-4F58-987D-D7A61826E924}" dt="2026-04-30T16:34:26.181" v="31"/>
          <ac:picMkLst>
            <pc:docMk/>
            <pc:sldMk cId="2415428512" sldId="259"/>
            <ac:picMk id="11" creationId="{0A4974AA-E9BB-7CE6-CC02-C0938F699287}"/>
          </ac:picMkLst>
        </pc:picChg>
        <pc:picChg chg="add">
          <ac:chgData name="Michail Rontionov" userId="d9c91f40-8497-450d-94a2-ff9591512012" providerId="ADAL" clId="{382F1141-363F-4F58-987D-D7A61826E924}" dt="2026-04-30T16:35:15.064" v="32"/>
          <ac:picMkLst>
            <pc:docMk/>
            <pc:sldMk cId="2415428512" sldId="259"/>
            <ac:picMk id="13" creationId="{8A66A7C1-2BBC-9490-5132-81A9185B679E}"/>
          </ac:picMkLst>
        </pc:picChg>
        <pc:picChg chg="add">
          <ac:chgData name="Michail Rontionov" userId="d9c91f40-8497-450d-94a2-ff9591512012" providerId="ADAL" clId="{382F1141-363F-4F58-987D-D7A61826E924}" dt="2026-04-30T17:05:10.227" v="46"/>
          <ac:picMkLst>
            <pc:docMk/>
            <pc:sldMk cId="2415428512" sldId="259"/>
            <ac:picMk id="15" creationId="{9DC1D0BD-ED50-2C7A-0F56-D39BDC20B001}"/>
          </ac:picMkLst>
        </pc:picChg>
      </pc:sldChg>
      <pc:sldChg chg="addSp modSp">
        <pc:chgData name="Michail Rontionov" userId="d9c91f40-8497-450d-94a2-ff9591512012" providerId="ADAL" clId="{382F1141-363F-4F58-987D-D7A61826E924}" dt="2026-04-30T16:44:33.315" v="36" actId="767"/>
        <pc:sldMkLst>
          <pc:docMk/>
          <pc:sldMk cId="1551308131" sldId="260"/>
        </pc:sldMkLst>
        <pc:spChg chg="add mod">
          <ac:chgData name="Michail Rontionov" userId="d9c91f40-8497-450d-94a2-ff9591512012" providerId="ADAL" clId="{382F1141-363F-4F58-987D-D7A61826E924}" dt="2026-04-30T16:42:03.063" v="34" actId="767"/>
          <ac:spMkLst>
            <pc:docMk/>
            <pc:sldMk cId="1551308131" sldId="260"/>
            <ac:spMk id="10" creationId="{3986A9E7-285A-F62F-4E6C-2BEEEB5D9214}"/>
          </ac:spMkLst>
        </pc:spChg>
        <pc:spChg chg="add mod">
          <ac:chgData name="Michail Rontionov" userId="d9c91f40-8497-450d-94a2-ff9591512012" providerId="ADAL" clId="{382F1141-363F-4F58-987D-D7A61826E924}" dt="2026-04-30T16:42:49.013" v="35" actId="571"/>
          <ac:spMkLst>
            <pc:docMk/>
            <pc:sldMk cId="1551308131" sldId="260"/>
            <ac:spMk id="11" creationId="{220D0FAB-1300-86C0-1621-983C275BC175}"/>
          </ac:spMkLst>
        </pc:spChg>
        <pc:spChg chg="add mod">
          <ac:chgData name="Michail Rontionov" userId="d9c91f40-8497-450d-94a2-ff9591512012" providerId="ADAL" clId="{382F1141-363F-4F58-987D-D7A61826E924}" dt="2026-04-30T16:44:33.315" v="36" actId="767"/>
          <ac:spMkLst>
            <pc:docMk/>
            <pc:sldMk cId="1551308131" sldId="260"/>
            <ac:spMk id="14" creationId="{A1FE492C-1804-1623-80E8-880C1B2FE856}"/>
          </ac:spMkLst>
        </pc:spChg>
        <pc:picChg chg="add">
          <ac:chgData name="Michail Rontionov" userId="d9c91f40-8497-450d-94a2-ff9591512012" providerId="ADAL" clId="{382F1141-363F-4F58-987D-D7A61826E924}" dt="2026-04-30T16:40:14.401" v="33"/>
          <ac:picMkLst>
            <pc:docMk/>
            <pc:sldMk cId="1551308131" sldId="260"/>
            <ac:picMk id="9" creationId="{D1AB5912-D857-C3DE-96E1-E84A72A38E58}"/>
          </ac:picMkLst>
        </pc:picChg>
      </pc:sldChg>
      <pc:sldChg chg="addSp modSp">
        <pc:chgData name="Michail Rontionov" userId="d9c91f40-8497-450d-94a2-ff9591512012" providerId="ADAL" clId="{382F1141-363F-4F58-987D-D7A61826E924}" dt="2026-04-30T16:57:43.800" v="45"/>
        <pc:sldMkLst>
          <pc:docMk/>
          <pc:sldMk cId="158109069" sldId="261"/>
        </pc:sldMkLst>
        <pc:spChg chg="add mod">
          <ac:chgData name="Michail Rontionov" userId="d9c91f40-8497-450d-94a2-ff9591512012" providerId="ADAL" clId="{382F1141-363F-4F58-987D-D7A61826E924}" dt="2026-04-30T16:57:43.800" v="45"/>
          <ac:spMkLst>
            <pc:docMk/>
            <pc:sldMk cId="158109069" sldId="261"/>
            <ac:spMk id="17" creationId="{7E97527C-6DC7-4781-2804-50B99E1072D9}"/>
          </ac:spMkLst>
        </pc:spChg>
        <pc:spChg chg="add mod">
          <ac:chgData name="Michail Rontionov" userId="d9c91f40-8497-450d-94a2-ff9591512012" providerId="ADAL" clId="{382F1141-363F-4F58-987D-D7A61826E924}" dt="2026-04-30T16:53:51.155" v="44"/>
          <ac:spMkLst>
            <pc:docMk/>
            <pc:sldMk cId="158109069" sldId="261"/>
            <ac:spMk id="27" creationId="{AC589DF2-B2B0-4206-493B-8DEA9826BC9A}"/>
          </ac:spMkLst>
        </pc:spChg>
        <pc:picChg chg="add">
          <ac:chgData name="Michail Rontionov" userId="d9c91f40-8497-450d-94a2-ff9591512012" providerId="ADAL" clId="{382F1141-363F-4F58-987D-D7A61826E924}" dt="2026-04-30T16:46:21.862" v="37"/>
          <ac:picMkLst>
            <pc:docMk/>
            <pc:sldMk cId="158109069" sldId="261"/>
            <ac:picMk id="9" creationId="{596DA43D-7800-59B7-D909-9B754020310A}"/>
          </ac:picMkLst>
        </pc:picChg>
        <pc:picChg chg="add">
          <ac:chgData name="Michail Rontionov" userId="d9c91f40-8497-450d-94a2-ff9591512012" providerId="ADAL" clId="{382F1141-363F-4F58-987D-D7A61826E924}" dt="2026-04-30T16:51:55.537" v="40"/>
          <ac:picMkLst>
            <pc:docMk/>
            <pc:sldMk cId="158109069" sldId="261"/>
            <ac:picMk id="21" creationId="{6852C68B-6F9C-5ACE-A291-154BA2EFB06F}"/>
          </ac:picMkLst>
        </pc:picChg>
        <pc:picChg chg="add">
          <ac:chgData name="Michail Rontionov" userId="d9c91f40-8497-450d-94a2-ff9591512012" providerId="ADAL" clId="{382F1141-363F-4F58-987D-D7A61826E924}" dt="2026-04-30T16:53:13.554" v="41"/>
          <ac:picMkLst>
            <pc:docMk/>
            <pc:sldMk cId="158109069" sldId="261"/>
            <ac:picMk id="23" creationId="{061BF8C3-D3F5-D679-3BBD-971FCBF7F76E}"/>
          </ac:picMkLst>
        </pc:picChg>
        <pc:cxnChg chg="add mod">
          <ac:chgData name="Michail Rontionov" userId="d9c91f40-8497-450d-94a2-ff9591512012" providerId="ADAL" clId="{382F1141-363F-4F58-987D-D7A61826E924}" dt="2026-04-30T16:49:41.066" v="38"/>
          <ac:cxnSpMkLst>
            <pc:docMk/>
            <pc:sldMk cId="158109069" sldId="261"/>
            <ac:cxnSpMk id="13" creationId="{55CCFDB0-99C3-B5E1-BE91-A1A3C33161A7}"/>
          </ac:cxnSpMkLst>
        </pc:cxnChg>
        <pc:cxnChg chg="add mod">
          <ac:chgData name="Michail Rontionov" userId="d9c91f40-8497-450d-94a2-ff9591512012" providerId="ADAL" clId="{382F1141-363F-4F58-987D-D7A61826E924}" dt="2026-04-30T16:53:30.857" v="42"/>
          <ac:cxnSpMkLst>
            <pc:docMk/>
            <pc:sldMk cId="158109069" sldId="261"/>
            <ac:cxnSpMk id="24" creationId="{49D85273-4AC0-A0B0-A09E-2B28D12B330C}"/>
          </ac:cxnSpMkLst>
        </pc:cxnChg>
        <pc:cxnChg chg="add mod">
          <ac:chgData name="Michail Rontionov" userId="d9c91f40-8497-450d-94a2-ff9591512012" providerId="ADAL" clId="{382F1141-363F-4F58-987D-D7A61826E924}" dt="2026-04-30T16:53:46.938" v="43"/>
          <ac:cxnSpMkLst>
            <pc:docMk/>
            <pc:sldMk cId="158109069" sldId="261"/>
            <ac:cxnSpMk id="26" creationId="{28EEE36F-E234-286D-8CEB-C4A370CAC805}"/>
          </ac:cxnSpMkLst>
        </pc:cxnChg>
      </pc:sldChg>
      <pc:sldChg chg="modSp">
        <pc:chgData name="Michail Rontionov" userId="d9c91f40-8497-450d-94a2-ff9591512012" providerId="ADAL" clId="{382F1141-363F-4F58-987D-D7A61826E924}" dt="2026-04-30T16:14:21.365" v="21"/>
        <pc:sldMkLst>
          <pc:docMk/>
          <pc:sldMk cId="3972902089" sldId="263"/>
        </pc:sldMkLst>
        <pc:spChg chg="mod">
          <ac:chgData name="Michail Rontionov" userId="d9c91f40-8497-450d-94a2-ff9591512012" providerId="ADAL" clId="{382F1141-363F-4F58-987D-D7A61826E924}" dt="2026-04-30T16:14:21.365" v="21"/>
          <ac:spMkLst>
            <pc:docMk/>
            <pc:sldMk cId="3972902089" sldId="263"/>
            <ac:spMk id="2" creationId="{B77E5DA4-2134-D633-BBCF-9F475B03B447}"/>
          </ac:spMkLst>
        </pc:spChg>
      </pc:sldChg>
      <pc:sldMasterChg chg="modSp modSldLayout">
        <pc:chgData name="Michail Rontionov" userId="d9c91f40-8497-450d-94a2-ff9591512012" providerId="ADAL" clId="{382F1141-363F-4F58-987D-D7A61826E924}" dt="2026-04-30T16:21:08.446" v="26"/>
        <pc:sldMasterMkLst>
          <pc:docMk/>
          <pc:sldMasterMk cId="0" sldId="2147483648"/>
        </pc:sldMasterMkLst>
        <pc:spChg chg="mod">
          <ac:chgData name="Michail Rontionov" userId="d9c91f40-8497-450d-94a2-ff9591512012" providerId="ADAL" clId="{382F1141-363F-4F58-987D-D7A61826E924}" dt="2026-04-30T16:04:38.291" v="18" actId="20577"/>
          <ac:spMkLst>
            <pc:docMk/>
            <pc:sldMasterMk cId="0" sldId="2147483648"/>
            <ac:spMk id="3" creationId="{00000000-0000-0000-0000-000000000000}"/>
          </ac:spMkLst>
        </pc:spChg>
        <pc:sldLayoutChg chg="addSp delSp modSp">
          <pc:chgData name="Michail Rontionov" userId="d9c91f40-8497-450d-94a2-ff9591512012" providerId="ADAL" clId="{382F1141-363F-4F58-987D-D7A61826E924}" dt="2026-04-30T16:21:08.446" v="26"/>
          <pc:sldLayoutMkLst>
            <pc:docMk/>
            <pc:sldMasterMk cId="0" sldId="2147483648"/>
            <pc:sldLayoutMk cId="0" sldId="2147483649"/>
          </pc:sldLayoutMkLst>
          <pc:spChg chg="add mod">
            <ac:chgData name="Michail Rontionov" userId="d9c91f40-8497-450d-94a2-ff9591512012" providerId="ADAL" clId="{382F1141-363F-4F58-987D-D7A61826E924}" dt="2026-04-30T16:07:52.984" v="19" actId="767"/>
            <ac:spMkLst>
              <pc:docMk/>
              <pc:sldMasterMk cId="0" sldId="2147483648"/>
              <pc:sldLayoutMk cId="0" sldId="2147483649"/>
              <ac:spMk id="6" creationId="{1EB982AC-1824-0A8F-F842-CDDA43C7E902}"/>
            </ac:spMkLst>
          </pc:spChg>
          <pc:spChg chg="mod">
            <ac:chgData name="Michail Rontionov" userId="d9c91f40-8497-450d-94a2-ff9591512012" providerId="ADAL" clId="{382F1141-363F-4F58-987D-D7A61826E924}" dt="2026-04-30T16:03:12.154" v="7"/>
            <ac:spMkLst>
              <pc:docMk/>
              <pc:sldMasterMk cId="0" sldId="2147483648"/>
              <pc:sldLayoutMk cId="0" sldId="2147483649"/>
              <ac:spMk id="8" creationId="{00000000-0000-0000-0000-000000000000}"/>
            </ac:spMkLst>
          </pc:spChg>
          <pc:spChg chg="add del">
            <ac:chgData name="Michail Rontionov" userId="d9c91f40-8497-450d-94a2-ff9591512012" providerId="ADAL" clId="{382F1141-363F-4F58-987D-D7A61826E924}" dt="2026-04-30T16:13:32.342" v="20" actId="11529"/>
            <ac:spMkLst>
              <pc:docMk/>
              <pc:sldMasterMk cId="0" sldId="2147483648"/>
              <pc:sldLayoutMk cId="0" sldId="2147483649"/>
              <ac:spMk id="10" creationId="{09A8DD46-5B8F-BAC8-A85D-DD87DEA54156}"/>
            </ac:spMkLst>
          </pc:spChg>
          <pc:spChg chg="add mod">
            <ac:chgData name="Michail Rontionov" userId="d9c91f40-8497-450d-94a2-ff9591512012" providerId="ADAL" clId="{382F1141-363F-4F58-987D-D7A61826E924}" dt="2026-04-30T16:13:32.342" v="20" actId="11529"/>
            <ac:spMkLst>
              <pc:docMk/>
              <pc:sldMasterMk cId="0" sldId="2147483648"/>
              <pc:sldLayoutMk cId="0" sldId="2147483649"/>
              <ac:spMk id="11" creationId="{F041AB63-F042-3729-DEB3-BD3F202C9A7B}"/>
            </ac:spMkLst>
          </pc:spChg>
          <pc:spChg chg="add mod">
            <ac:chgData name="Michail Rontionov" userId="d9c91f40-8497-450d-94a2-ff9591512012" providerId="ADAL" clId="{382F1141-363F-4F58-987D-D7A61826E924}" dt="2026-04-30T16:14:25.078" v="23"/>
            <ac:spMkLst>
              <pc:docMk/>
              <pc:sldMasterMk cId="0" sldId="2147483648"/>
              <pc:sldLayoutMk cId="0" sldId="2147483649"/>
              <ac:spMk id="12" creationId="{4B39994D-8476-4BF0-6DBA-B6E5900E71E0}"/>
            </ac:spMkLst>
          </pc:spChg>
          <pc:spChg chg="add del">
            <ac:chgData name="Michail Rontionov" userId="d9c91f40-8497-450d-94a2-ff9591512012" providerId="ADAL" clId="{382F1141-363F-4F58-987D-D7A61826E924}" dt="2026-04-30T16:18:08.593" v="24" actId="11529"/>
            <ac:spMkLst>
              <pc:docMk/>
              <pc:sldMasterMk cId="0" sldId="2147483648"/>
              <pc:sldLayoutMk cId="0" sldId="2147483649"/>
              <ac:spMk id="13" creationId="{BBC06081-DB36-CD5B-8C3D-AC98CA3C35A1}"/>
            </ac:spMkLst>
          </pc:spChg>
          <pc:spChg chg="add mod">
            <ac:chgData name="Michail Rontionov" userId="d9c91f40-8497-450d-94a2-ff9591512012" providerId="ADAL" clId="{382F1141-363F-4F58-987D-D7A61826E924}" dt="2026-04-30T16:18:08.593" v="24" actId="11529"/>
            <ac:spMkLst>
              <pc:docMk/>
              <pc:sldMasterMk cId="0" sldId="2147483648"/>
              <pc:sldLayoutMk cId="0" sldId="2147483649"/>
              <ac:spMk id="14" creationId="{0AD252FF-718D-E637-57B1-094231ABC2AD}"/>
            </ac:spMkLst>
          </pc:spChg>
          <pc:spChg chg="add del">
            <ac:chgData name="Michail Rontionov" userId="d9c91f40-8497-450d-94a2-ff9591512012" providerId="ADAL" clId="{382F1141-363F-4F58-987D-D7A61826E924}" dt="2026-04-30T16:20:51.893" v="25" actId="11529"/>
            <ac:spMkLst>
              <pc:docMk/>
              <pc:sldMasterMk cId="0" sldId="2147483648"/>
              <pc:sldLayoutMk cId="0" sldId="2147483649"/>
              <ac:spMk id="15" creationId="{2A494341-D071-9C19-54C9-21C2AA286B64}"/>
            </ac:spMkLst>
          </pc:spChg>
          <pc:spChg chg="add mod">
            <ac:chgData name="Michail Rontionov" userId="d9c91f40-8497-450d-94a2-ff9591512012" providerId="ADAL" clId="{382F1141-363F-4F58-987D-D7A61826E924}" dt="2026-04-30T16:20:51.893" v="25" actId="11529"/>
            <ac:spMkLst>
              <pc:docMk/>
              <pc:sldMasterMk cId="0" sldId="2147483648"/>
              <pc:sldLayoutMk cId="0" sldId="2147483649"/>
              <ac:spMk id="16" creationId="{7291C831-8EC9-3A0B-4FA4-59A67E39AB16}"/>
            </ac:spMkLst>
          </pc:spChg>
          <pc:spChg chg="add mod">
            <ac:chgData name="Michail Rontionov" userId="d9c91f40-8497-450d-94a2-ff9591512012" providerId="ADAL" clId="{382F1141-363F-4F58-987D-D7A61826E924}" dt="2026-04-30T16:21:08.446" v="26"/>
            <ac:spMkLst>
              <pc:docMk/>
              <pc:sldMasterMk cId="0" sldId="2147483648"/>
              <pc:sldLayoutMk cId="0" sldId="2147483649"/>
              <ac:spMk id="17" creationId="{592D0817-BE5C-A001-75A5-DD42D4D08892}"/>
            </ac:spMkLst>
          </pc:spChg>
          <pc:spChg chg="add mod">
            <ac:chgData name="Michail Rontionov" userId="d9c91f40-8497-450d-94a2-ff9591512012" providerId="ADAL" clId="{382F1141-363F-4F58-987D-D7A61826E924}" dt="2026-04-30T16:21:08.446" v="26"/>
            <ac:spMkLst>
              <pc:docMk/>
              <pc:sldMasterMk cId="0" sldId="2147483648"/>
              <pc:sldLayoutMk cId="0" sldId="2147483649"/>
              <ac:spMk id="18" creationId="{245C8F0A-5694-9476-799D-51A297E65B94}"/>
            </ac:spMkLst>
          </pc:spChg>
        </pc:sldLayoutChg>
        <pc:sldLayoutChg chg="addSp delSp modSp">
          <pc:chgData name="Michail Rontionov" userId="d9c91f40-8497-450d-94a2-ff9591512012" providerId="ADAL" clId="{382F1141-363F-4F58-987D-D7A61826E924}" dt="2026-04-30T16:14:21.875" v="22"/>
          <pc:sldLayoutMkLst>
            <pc:docMk/>
            <pc:sldMasterMk cId="0" sldId="2147483648"/>
            <pc:sldLayoutMk cId="4062760575" sldId="2147483662"/>
          </pc:sldLayoutMkLst>
          <pc:spChg chg="del">
            <ac:chgData name="Michail Rontionov" userId="d9c91f40-8497-450d-94a2-ff9591512012" providerId="ADAL" clId="{382F1141-363F-4F58-987D-D7A61826E924}" dt="2026-04-30T16:14:21.365" v="21"/>
            <ac:spMkLst>
              <pc:docMk/>
              <pc:sldMasterMk cId="0" sldId="2147483648"/>
              <pc:sldLayoutMk cId="4062760575" sldId="2147483662"/>
              <ac:spMk id="2" creationId="{E5424048-7440-E3E3-050D-0BC0F0DB1F98}"/>
            </ac:spMkLst>
          </pc:spChg>
          <pc:spChg chg="add mod">
            <ac:chgData name="Michail Rontionov" userId="d9c91f40-8497-450d-94a2-ff9591512012" providerId="ADAL" clId="{382F1141-363F-4F58-987D-D7A61826E924}" dt="2026-04-30T16:14:21.875" v="22"/>
            <ac:spMkLst>
              <pc:docMk/>
              <pc:sldMasterMk cId="0" sldId="2147483648"/>
              <pc:sldLayoutMk cId="4062760575" sldId="2147483662"/>
              <ac:spMk id="5" creationId="{D5A807DC-F854-A2CF-B418-A6E403F447F8}"/>
            </ac:spMkLst>
          </pc:spChg>
        </pc:sldLayoutChg>
      </pc:sldMasterChg>
    </pc:docChg>
  </pc:docChgLst>
  <pc:docChgLst>
    <pc:chgData name="Michail Rontionov" userId="S::mr21g23@soton.ac.uk::d9c91f40-8497-450d-94a2-ff9591512012" providerId="AD" clId="Web-{FD08955E-4143-1671-EDD9-7903DB788F71}"/>
    <pc:docChg chg="modSld">
      <pc:chgData name="Michail Rontionov" userId="S::mr21g23@soton.ac.uk::d9c91f40-8497-450d-94a2-ff9591512012" providerId="AD" clId="Web-{FD08955E-4143-1671-EDD9-7903DB788F71}" dt="2026-04-30T16:30:36.641" v="5" actId="20577"/>
      <pc:docMkLst>
        <pc:docMk/>
      </pc:docMkLst>
      <pc:sldChg chg="modSp">
        <pc:chgData name="Michail Rontionov" userId="S::mr21g23@soton.ac.uk::d9c91f40-8497-450d-94a2-ff9591512012" providerId="AD" clId="Web-{FD08955E-4143-1671-EDD9-7903DB788F71}" dt="2026-04-30T16:30:36.641" v="5" actId="20577"/>
        <pc:sldMkLst>
          <pc:docMk/>
          <pc:sldMk cId="2415428512" sldId="259"/>
        </pc:sldMkLst>
        <pc:spChg chg="mod">
          <ac:chgData name="Michail Rontionov" userId="S::mr21g23@soton.ac.uk::d9c91f40-8497-450d-94a2-ff9591512012" providerId="AD" clId="Web-{FD08955E-4143-1671-EDD9-7903DB788F71}" dt="2026-04-30T16:30:31.110" v="1" actId="1076"/>
          <ac:spMkLst>
            <pc:docMk/>
            <pc:sldMk cId="2415428512" sldId="259"/>
            <ac:spMk id="4" creationId="{356902C9-D142-5A73-FE61-EE1C54BED7EA}"/>
          </ac:spMkLst>
        </pc:spChg>
        <pc:spChg chg="mod">
          <ac:chgData name="Michail Rontionov" userId="S::mr21g23@soton.ac.uk::d9c91f40-8497-450d-94a2-ff9591512012" providerId="AD" clId="Web-{FD08955E-4143-1671-EDD9-7903DB788F71}" dt="2026-04-30T16:30:36.641" v="5" actId="20577"/>
          <ac:spMkLst>
            <pc:docMk/>
            <pc:sldMk cId="2415428512" sldId="259"/>
            <ac:spMk id="6" creationId="{97D98C4E-B419-08B9-CD0F-BC3264243E62}"/>
          </ac:spMkLst>
        </pc:spChg>
      </pc:sldChg>
    </pc:docChg>
  </pc:docChgLst>
  <pc:docChgLst>
    <pc:chgData name="Michail Rontionov" userId="S::mr21g23@soton.ac.uk::d9c91f40-8497-450d-94a2-ff9591512012" providerId="AD" clId="Web-{59A737F0-F9E9-2728-0372-7655638F3488}"/>
    <pc:docChg chg="addSld modSection">
      <pc:chgData name="Michail Rontionov" userId="S::mr21g23@soton.ac.uk::d9c91f40-8497-450d-94a2-ff9591512012" providerId="AD" clId="Web-{59A737F0-F9E9-2728-0372-7655638F3488}" dt="2026-04-30T17:57:49.734" v="0"/>
      <pc:docMkLst>
        <pc:docMk/>
      </pc:docMkLst>
      <pc:sldChg chg="new">
        <pc:chgData name="Michail Rontionov" userId="S::mr21g23@soton.ac.uk::d9c91f40-8497-450d-94a2-ff9591512012" providerId="AD" clId="Web-{59A737F0-F9E9-2728-0372-7655638F3488}" dt="2026-04-30T17:57:49.734" v="0"/>
        <pc:sldMkLst>
          <pc:docMk/>
          <pc:sldMk cId="3976749527" sldId="262"/>
        </pc:sldMkLst>
      </pc:sldChg>
    </pc:docChg>
  </pc:docChgLst>
  <pc:docChgLst>
    <pc:chgData name="Michail Rontionov" userId="d9c91f40-8497-450d-94a2-ff9591512012" providerId="ADAL" clId="{3B0EB58C-D480-4E8D-ADD9-3AB3198DA97B}"/>
    <pc:docChg chg="custSel addSld delSld modSld sldOrd modMainMaster modSection">
      <pc:chgData name="Michail Rontionov" userId="d9c91f40-8497-450d-94a2-ff9591512012" providerId="ADAL" clId="{3B0EB58C-D480-4E8D-ADD9-3AB3198DA97B}" dt="2026-04-30T18:27:30.566" v="149" actId="20577"/>
      <pc:docMkLst>
        <pc:docMk/>
      </pc:docMkLst>
      <pc:sldChg chg="addSp delSp modSp mod ord modClrScheme chgLayout">
        <pc:chgData name="Michail Rontionov" userId="d9c91f40-8497-450d-94a2-ff9591512012" providerId="ADAL" clId="{3B0EB58C-D480-4E8D-ADD9-3AB3198DA97B}" dt="2026-04-30T18:25:23.811" v="8" actId="700"/>
        <pc:sldMkLst>
          <pc:docMk/>
          <pc:sldMk cId="1723268948" sldId="263"/>
        </pc:sldMkLst>
        <pc:spChg chg="mod ord">
          <ac:chgData name="Michail Rontionov" userId="d9c91f40-8497-450d-94a2-ff9591512012" providerId="ADAL" clId="{3B0EB58C-D480-4E8D-ADD9-3AB3198DA97B}" dt="2026-04-30T18:25:23.811" v="8" actId="700"/>
          <ac:spMkLst>
            <pc:docMk/>
            <pc:sldMk cId="1723268948" sldId="263"/>
            <ac:spMk id="2" creationId="{7982524D-F5FC-33B1-7DEC-4D8BC2CBF62F}"/>
          </ac:spMkLst>
        </pc:spChg>
        <pc:spChg chg="mod ord">
          <ac:chgData name="Michail Rontionov" userId="d9c91f40-8497-450d-94a2-ff9591512012" providerId="ADAL" clId="{3B0EB58C-D480-4E8D-ADD9-3AB3198DA97B}" dt="2026-04-30T18:25:23.811" v="8" actId="700"/>
          <ac:spMkLst>
            <pc:docMk/>
            <pc:sldMk cId="1723268948" sldId="263"/>
            <ac:spMk id="3" creationId="{F569F460-039C-472E-8263-29BE087CCC41}"/>
          </ac:spMkLst>
        </pc:spChg>
        <pc:spChg chg="del">
          <ac:chgData name="Michail Rontionov" userId="d9c91f40-8497-450d-94a2-ff9591512012" providerId="ADAL" clId="{3B0EB58C-D480-4E8D-ADD9-3AB3198DA97B}" dt="2026-04-30T18:25:15.138" v="5" actId="700"/>
          <ac:spMkLst>
            <pc:docMk/>
            <pc:sldMk cId="1723268948" sldId="263"/>
            <ac:spMk id="4" creationId="{B02C444F-7CAA-72DD-2A13-F7F26332AF19}"/>
          </ac:spMkLst>
        </pc:spChg>
        <pc:spChg chg="del">
          <ac:chgData name="Michail Rontionov" userId="d9c91f40-8497-450d-94a2-ff9591512012" providerId="ADAL" clId="{3B0EB58C-D480-4E8D-ADD9-3AB3198DA97B}" dt="2026-04-30T18:25:15.138" v="5" actId="700"/>
          <ac:spMkLst>
            <pc:docMk/>
            <pc:sldMk cId="1723268948" sldId="263"/>
            <ac:spMk id="5" creationId="{89A6C22D-ADEA-92DC-882A-64689AFA5CFD}"/>
          </ac:spMkLst>
        </pc:spChg>
        <pc:spChg chg="del">
          <ac:chgData name="Michail Rontionov" userId="d9c91f40-8497-450d-94a2-ff9591512012" providerId="ADAL" clId="{3B0EB58C-D480-4E8D-ADD9-3AB3198DA97B}" dt="2026-04-30T18:25:15.138" v="5" actId="700"/>
          <ac:spMkLst>
            <pc:docMk/>
            <pc:sldMk cId="1723268948" sldId="263"/>
            <ac:spMk id="6" creationId="{7AD18835-542A-4747-E3F5-5148B78EC25B}"/>
          </ac:spMkLst>
        </pc:spChg>
        <pc:spChg chg="del">
          <ac:chgData name="Michail Rontionov" userId="d9c91f40-8497-450d-94a2-ff9591512012" providerId="ADAL" clId="{3B0EB58C-D480-4E8D-ADD9-3AB3198DA97B}" dt="2026-04-30T18:25:15.138" v="5" actId="700"/>
          <ac:spMkLst>
            <pc:docMk/>
            <pc:sldMk cId="1723268948" sldId="263"/>
            <ac:spMk id="7" creationId="{2DDE7624-9201-CD04-10DE-AA96C22C2A3D}"/>
          </ac:spMkLst>
        </pc:spChg>
        <pc:spChg chg="add mod ord">
          <ac:chgData name="Michail Rontionov" userId="d9c91f40-8497-450d-94a2-ff9591512012" providerId="ADAL" clId="{3B0EB58C-D480-4E8D-ADD9-3AB3198DA97B}" dt="2026-04-30T18:25:23.811" v="8" actId="700"/>
          <ac:spMkLst>
            <pc:docMk/>
            <pc:sldMk cId="1723268948" sldId="263"/>
            <ac:spMk id="8" creationId="{EB3E3F40-7F16-5E68-7D36-F519F2B51376}"/>
          </ac:spMkLst>
        </pc:spChg>
        <pc:spChg chg="add mod ord">
          <ac:chgData name="Michail Rontionov" userId="d9c91f40-8497-450d-94a2-ff9591512012" providerId="ADAL" clId="{3B0EB58C-D480-4E8D-ADD9-3AB3198DA97B}" dt="2026-04-30T18:25:23.811" v="8" actId="700"/>
          <ac:spMkLst>
            <pc:docMk/>
            <pc:sldMk cId="1723268948" sldId="263"/>
            <ac:spMk id="9" creationId="{07DD921A-4C8D-2A91-A7D5-966DC81294E2}"/>
          </ac:spMkLst>
        </pc:spChg>
        <pc:spChg chg="add mod ord">
          <ac:chgData name="Michail Rontionov" userId="d9c91f40-8497-450d-94a2-ff9591512012" providerId="ADAL" clId="{3B0EB58C-D480-4E8D-ADD9-3AB3198DA97B}" dt="2026-04-30T18:25:23.811" v="8" actId="700"/>
          <ac:spMkLst>
            <pc:docMk/>
            <pc:sldMk cId="1723268948" sldId="263"/>
            <ac:spMk id="10" creationId="{BAAC5739-2D70-30A1-DE5D-E253CE7412FF}"/>
          </ac:spMkLst>
        </pc:spChg>
        <pc:spChg chg="add mod ord">
          <ac:chgData name="Michail Rontionov" userId="d9c91f40-8497-450d-94a2-ff9591512012" providerId="ADAL" clId="{3B0EB58C-D480-4E8D-ADD9-3AB3198DA97B}" dt="2026-04-30T18:25:23.811" v="8" actId="700"/>
          <ac:spMkLst>
            <pc:docMk/>
            <pc:sldMk cId="1723268948" sldId="263"/>
            <ac:spMk id="11" creationId="{E84E3306-EBBB-67D9-4DAB-57CB3FE6FB0B}"/>
          </ac:spMkLst>
        </pc:spChg>
      </pc:sldChg>
      <pc:sldChg chg="del">
        <pc:chgData name="Michail Rontionov" userId="d9c91f40-8497-450d-94a2-ff9591512012" providerId="ADAL" clId="{3B0EB58C-D480-4E8D-ADD9-3AB3198DA97B}" dt="2026-04-30T18:25:53.525" v="55" actId="2696"/>
        <pc:sldMkLst>
          <pc:docMk/>
          <pc:sldMk cId="4022900062" sldId="267"/>
        </pc:sldMkLst>
      </pc:sldChg>
      <pc:sldChg chg="modSp new mod ord">
        <pc:chgData name="Michail Rontionov" userId="d9c91f40-8497-450d-94a2-ff9591512012" providerId="ADAL" clId="{3B0EB58C-D480-4E8D-ADD9-3AB3198DA97B}" dt="2026-04-30T18:26:14.158" v="123" actId="20577"/>
        <pc:sldMkLst>
          <pc:docMk/>
          <pc:sldMk cId="1613667784" sldId="268"/>
        </pc:sldMkLst>
        <pc:spChg chg="mod">
          <ac:chgData name="Michail Rontionov" userId="d9c91f40-8497-450d-94a2-ff9591512012" providerId="ADAL" clId="{3B0EB58C-D480-4E8D-ADD9-3AB3198DA97B}" dt="2026-04-30T18:26:14.158" v="123" actId="20577"/>
          <ac:spMkLst>
            <pc:docMk/>
            <pc:sldMk cId="1613667784" sldId="268"/>
            <ac:spMk id="2" creationId="{6FAF7A31-0ADB-2414-06AC-718ADB3FFBA7}"/>
          </ac:spMkLst>
        </pc:spChg>
      </pc:sldChg>
      <pc:sldChg chg="modSp new mod ord">
        <pc:chgData name="Michail Rontionov" userId="d9c91f40-8497-450d-94a2-ff9591512012" providerId="ADAL" clId="{3B0EB58C-D480-4E8D-ADD9-3AB3198DA97B}" dt="2026-04-30T18:26:06.979" v="109" actId="20577"/>
        <pc:sldMkLst>
          <pc:docMk/>
          <pc:sldMk cId="604423215" sldId="269"/>
        </pc:sldMkLst>
        <pc:spChg chg="mod">
          <ac:chgData name="Michail Rontionov" userId="d9c91f40-8497-450d-94a2-ff9591512012" providerId="ADAL" clId="{3B0EB58C-D480-4E8D-ADD9-3AB3198DA97B}" dt="2026-04-30T18:26:06.979" v="109" actId="20577"/>
          <ac:spMkLst>
            <pc:docMk/>
            <pc:sldMk cId="604423215" sldId="269"/>
            <ac:spMk id="2" creationId="{7303AB69-F3F6-EEE3-F754-E28DD449C236}"/>
          </ac:spMkLst>
        </pc:spChg>
      </pc:sldChg>
      <pc:sldChg chg="modSp new mod">
        <pc:chgData name="Michail Rontionov" userId="d9c91f40-8497-450d-94a2-ff9591512012" providerId="ADAL" clId="{3B0EB58C-D480-4E8D-ADD9-3AB3198DA97B}" dt="2026-04-30T18:27:12.964" v="131" actId="20577"/>
        <pc:sldMkLst>
          <pc:docMk/>
          <pc:sldMk cId="2153270968" sldId="270"/>
        </pc:sldMkLst>
        <pc:spChg chg="mod">
          <ac:chgData name="Michail Rontionov" userId="d9c91f40-8497-450d-94a2-ff9591512012" providerId="ADAL" clId="{3B0EB58C-D480-4E8D-ADD9-3AB3198DA97B}" dt="2026-04-30T18:27:12.964" v="131" actId="20577"/>
          <ac:spMkLst>
            <pc:docMk/>
            <pc:sldMk cId="2153270968" sldId="270"/>
            <ac:spMk id="3" creationId="{DBBEE002-A8CA-8B6E-2969-4FD3C39B793A}"/>
          </ac:spMkLst>
        </pc:spChg>
      </pc:sldChg>
      <pc:sldChg chg="new del">
        <pc:chgData name="Michail Rontionov" userId="d9c91f40-8497-450d-94a2-ff9591512012" providerId="ADAL" clId="{3B0EB58C-D480-4E8D-ADD9-3AB3198DA97B}" dt="2026-04-30T18:27:25.156" v="141" actId="2696"/>
        <pc:sldMkLst>
          <pc:docMk/>
          <pc:sldMk cId="1332344238" sldId="271"/>
        </pc:sldMkLst>
      </pc:sldChg>
      <pc:sldChg chg="modSp new mod">
        <pc:chgData name="Michail Rontionov" userId="d9c91f40-8497-450d-94a2-ff9591512012" providerId="ADAL" clId="{3B0EB58C-D480-4E8D-ADD9-3AB3198DA97B}" dt="2026-04-30T18:27:21.311" v="140" actId="20577"/>
        <pc:sldMkLst>
          <pc:docMk/>
          <pc:sldMk cId="3480401778" sldId="272"/>
        </pc:sldMkLst>
        <pc:spChg chg="mod">
          <ac:chgData name="Michail Rontionov" userId="d9c91f40-8497-450d-94a2-ff9591512012" providerId="ADAL" clId="{3B0EB58C-D480-4E8D-ADD9-3AB3198DA97B}" dt="2026-04-30T18:27:21.311" v="140" actId="20577"/>
          <ac:spMkLst>
            <pc:docMk/>
            <pc:sldMk cId="3480401778" sldId="272"/>
            <ac:spMk id="3" creationId="{FFCA5CA4-9DB5-35A6-B5A3-331733B5C391}"/>
          </ac:spMkLst>
        </pc:spChg>
      </pc:sldChg>
      <pc:sldChg chg="modSp new mod">
        <pc:chgData name="Michail Rontionov" userId="d9c91f40-8497-450d-94a2-ff9591512012" providerId="ADAL" clId="{3B0EB58C-D480-4E8D-ADD9-3AB3198DA97B}" dt="2026-04-30T18:27:30.566" v="149" actId="20577"/>
        <pc:sldMkLst>
          <pc:docMk/>
          <pc:sldMk cId="612306466" sldId="273"/>
        </pc:sldMkLst>
        <pc:spChg chg="mod">
          <ac:chgData name="Michail Rontionov" userId="d9c91f40-8497-450d-94a2-ff9591512012" providerId="ADAL" clId="{3B0EB58C-D480-4E8D-ADD9-3AB3198DA97B}" dt="2026-04-30T18:27:30.566" v="149" actId="20577"/>
          <ac:spMkLst>
            <pc:docMk/>
            <pc:sldMk cId="612306466" sldId="273"/>
            <ac:spMk id="3" creationId="{11F5165B-31E8-F0D6-51FF-41CC27CD4874}"/>
          </ac:spMkLst>
        </pc:spChg>
      </pc:sldChg>
      <pc:sldMasterChg chg="modSldLayout">
        <pc:chgData name="Michail Rontionov" userId="d9c91f40-8497-450d-94a2-ff9591512012" providerId="ADAL" clId="{3B0EB58C-D480-4E8D-ADD9-3AB3198DA97B}" dt="2026-04-30T18:25:00.198" v="4" actId="122"/>
        <pc:sldMasterMkLst>
          <pc:docMk/>
          <pc:sldMasterMk cId="0" sldId="2147483648"/>
        </pc:sldMasterMkLst>
        <pc:sldLayoutChg chg="modSp mod">
          <pc:chgData name="Michail Rontionov" userId="d9c91f40-8497-450d-94a2-ff9591512012" providerId="ADAL" clId="{3B0EB58C-D480-4E8D-ADD9-3AB3198DA97B}" dt="2026-04-30T18:25:00.198" v="4" actId="122"/>
          <pc:sldLayoutMkLst>
            <pc:docMk/>
            <pc:sldMasterMk cId="0" sldId="2147483648"/>
            <pc:sldLayoutMk cId="3639753217" sldId="2147483650"/>
          </pc:sldLayoutMkLst>
          <pc:spChg chg="mod">
            <ac:chgData name="Michail Rontionov" userId="d9c91f40-8497-450d-94a2-ff9591512012" providerId="ADAL" clId="{3B0EB58C-D480-4E8D-ADD9-3AB3198DA97B}" dt="2026-04-30T18:25:00.198" v="4" actId="122"/>
            <ac:spMkLst>
              <pc:docMk/>
              <pc:sldMasterMk cId="0" sldId="2147483648"/>
              <pc:sldLayoutMk cId="3639753217" sldId="2147483650"/>
              <ac:spMk id="2" creationId="{09B27DE5-6D5A-B4B9-C227-545A30E10562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ABF170-F57E-9179-3381-84BCC6D7E7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567B79-1F36-0FB6-2273-116BFF37BA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D6A42-67C4-4954-841F-D4BFE3842BAA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91446A-AD46-DAE0-4FB3-25981C9EC9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22858-C0D2-B32F-23D8-2BABC77031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D576A-416B-4AA0-94BD-DDC6305DB6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649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B7CA1-5598-42F5-BD64-9F72DE3A5208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87C12-7A1E-47B7-B91F-D2A6B83641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82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Lucida Sans" panose="020B0602030504020204" pitchFamily="34" charset="0"/>
              </a:defRPr>
            </a:lvl1pPr>
          </a:lstStyle>
          <a:p>
            <a:r>
              <a:rPr lang="en-GB"/>
              <a:t>Michail Rontionov &amp; Nassim </a:t>
            </a:r>
            <a:r>
              <a:rPr lang="en-GB" err="1"/>
              <a:t>Beladel</a:t>
            </a:r>
            <a:endParaRPr lang="en-GB"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D95E5C9-34AC-49C4-BE00-70C132E739B7}" type="slidenum">
              <a:t>‹#›</a:t>
            </a:fld>
            <a:endParaRPr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4B39994D-8476-4BF0-6DBA-B6E5900E7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AD252FF-718D-E637-57B1-094231ABC2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7963" y="1865313"/>
            <a:ext cx="5536597" cy="2109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Online Image Placeholder 15">
            <a:extLst>
              <a:ext uri="{FF2B5EF4-FFF2-40B4-BE49-F238E27FC236}">
                <a16:creationId xmlns:a16="http://schemas.microsoft.com/office/drawing/2014/main" id="{7291C831-8EC9-3A0B-4FA4-59A67E39AB16}"/>
              </a:ext>
            </a:extLst>
          </p:cNvPr>
          <p:cNvSpPr>
            <a:spLocks noGrp="1"/>
          </p:cNvSpPr>
          <p:nvPr>
            <p:ph type="clipArt" sz="quarter" idx="11"/>
          </p:nvPr>
        </p:nvSpPr>
        <p:spPr>
          <a:xfrm>
            <a:off x="207360" y="4185670"/>
            <a:ext cx="5536597" cy="2109420"/>
          </a:xfrm>
        </p:spPr>
        <p:txBody>
          <a:bodyPr/>
          <a:lstStyle/>
          <a:p>
            <a:endParaRPr lang="en-GB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592D0817-BE5C-A001-75A5-DD42D4D088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0" y="1865313"/>
            <a:ext cx="5536597" cy="21094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Online Image Placeholder 15">
            <a:extLst>
              <a:ext uri="{FF2B5EF4-FFF2-40B4-BE49-F238E27FC236}">
                <a16:creationId xmlns:a16="http://schemas.microsoft.com/office/drawing/2014/main" id="{245C8F0A-5694-9476-799D-51A297E65B94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095397" y="4185670"/>
            <a:ext cx="5536597" cy="210942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27DE5-6D5A-B4B9-C227-545A30E10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580" y="3429000"/>
            <a:ext cx="8428177" cy="611640"/>
          </a:xfrm>
        </p:spPr>
        <p:txBody>
          <a:bodyPr/>
          <a:lstStyle>
            <a:lvl1pPr algn="ctr"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D56BB7-563A-8E9E-C4AA-EFF03D6F5FB8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/>
              <a:t>Michail Rontionov &amp; Nassim Beladel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EF4AC-29FA-EB71-5AB2-8E6B8FACE24D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F751A55-8012-452C-B94C-C682955DFC61}" type="slidenum">
              <a:rPr lang="en-GB" sz="1200" b="0" strike="noStrike" spc="-1" smtClean="0">
                <a:solidFill>
                  <a:schemeClr val="dk1">
                    <a:tint val="75000"/>
                  </a:schemeClr>
                </a:solidFill>
                <a:latin typeface="Georgia"/>
                <a:ea typeface="ＭＳ Ｐゴシック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39753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1" descr="A picture containing food, drawing&#10;&#10;Description automatically generated"/>
          <p:cNvPicPr/>
          <p:nvPr/>
        </p:nvPicPr>
        <p:blipFill>
          <a:blip r:embed="rId4"/>
          <a:stretch/>
        </p:blipFill>
        <p:spPr>
          <a:xfrm>
            <a:off x="2880000" y="156960"/>
            <a:ext cx="900000" cy="399960"/>
          </a:xfrm>
          <a:prstGeom prst="rect">
            <a:avLst/>
          </a:prstGeom>
          <a:ln w="0">
            <a:noFill/>
          </a:ln>
        </p:spPr>
      </p:pic>
      <p:pic>
        <p:nvPicPr>
          <p:cNvPr id="9" name="Picture 14" descr="A close up of a sign&#10;&#10;Description automatically generated"/>
          <p:cNvPicPr/>
          <p:nvPr/>
        </p:nvPicPr>
        <p:blipFill>
          <a:blip r:embed="rId5"/>
          <a:stretch/>
        </p:blipFill>
        <p:spPr>
          <a:xfrm>
            <a:off x="2916360" y="592920"/>
            <a:ext cx="1043640" cy="307080"/>
          </a:xfrm>
          <a:prstGeom prst="rect">
            <a:avLst/>
          </a:prstGeom>
          <a:ln w="0">
            <a:noFill/>
          </a:ln>
        </p:spPr>
      </p:pic>
      <p:pic>
        <p:nvPicPr>
          <p:cNvPr id="2" name="Picture 4" descr="Logo&#10;&#10;Description automatically generated with medium confidence"/>
          <p:cNvPicPr/>
          <p:nvPr/>
        </p:nvPicPr>
        <p:blipFill>
          <a:blip r:embed="rId6"/>
          <a:srcRect l="11036" t="31293" r="11904" b="31960"/>
          <a:stretch/>
        </p:blipFill>
        <p:spPr>
          <a:xfrm>
            <a:off x="180000" y="156960"/>
            <a:ext cx="2692800" cy="7218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07360" y="1098360"/>
            <a:ext cx="9155880" cy="61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US" sz="4400" b="0" strike="noStrike" spc="-1">
                <a:solidFill>
                  <a:schemeClr val="accent6">
                    <a:lumMod val="76000"/>
                  </a:schemeClr>
                </a:solidFill>
                <a:latin typeface="Lucida Sans"/>
                <a:ea typeface="+mj-ea"/>
              </a:rPr>
              <a:t>Slide Title</a:t>
            </a:r>
            <a:endParaRPr lang="en-US" sz="4400" b="0" strike="noStrike" spc="-1">
              <a:solidFill>
                <a:schemeClr val="dk1"/>
              </a:solidFill>
              <a:latin typeface="Georgia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  <a:ea typeface="ＭＳ Ｐゴシック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/>
              <a:t>Michail Rontionov &amp; Nassim </a:t>
            </a:r>
            <a:r>
              <a:rPr lang="en-GB" err="1"/>
              <a:t>Beladel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200" b="0" strike="noStrike" spc="-1">
                <a:solidFill>
                  <a:schemeClr val="dk1">
                    <a:tint val="75000"/>
                  </a:schemeClr>
                </a:solidFill>
                <a:latin typeface="Georgia"/>
                <a:ea typeface="ＭＳ Ｐゴシック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F751A55-8012-452C-B94C-C682955DFC61}" type="slidenum">
              <a:rPr lang="en-GB" sz="1200" b="0" strike="noStrike" spc="-1">
                <a:solidFill>
                  <a:schemeClr val="dk1">
                    <a:tint val="75000"/>
                  </a:schemeClr>
                </a:solidFill>
                <a:latin typeface="Georgia"/>
                <a:ea typeface="ＭＳ Ｐゴシック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207359" y="1908360"/>
            <a:ext cx="11404991" cy="39321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chemeClr val="dk1"/>
                </a:solidFill>
                <a:latin typeface="Georgia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Georgia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chemeClr val="dk1"/>
                </a:solidFill>
                <a:latin typeface="Georgia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chemeClr val="dk1"/>
                </a:solidFill>
                <a:latin typeface="Georgia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Georgia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Georgia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Georgia"/>
              </a:rPr>
              <a:t>Seventh Outline Level</a:t>
            </a:r>
          </a:p>
        </p:txBody>
      </p:sp>
      <p:pic>
        <p:nvPicPr>
          <p:cNvPr id="7" name="Picture 6"/>
          <p:cNvPicPr/>
          <p:nvPr/>
        </p:nvPicPr>
        <p:blipFill>
          <a:blip r:embed="rId7"/>
          <a:stretch/>
        </p:blipFill>
        <p:spPr>
          <a:xfrm>
            <a:off x="9363240" y="309600"/>
            <a:ext cx="2516760" cy="41040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indent="0"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Lucida Sans" panose="020B060203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393868" y="1957812"/>
            <a:ext cx="7408440" cy="19198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91440" bIns="45720" numCol="1" spcCol="0" anchor="t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>
                <a:solidFill>
                  <a:schemeClr val="accent6">
                    <a:lumMod val="76000"/>
                  </a:schemeClr>
                </a:solidFill>
                <a:latin typeface="Lucida Sans"/>
                <a:ea typeface="ＭＳ Ｐゴシック"/>
              </a:rPr>
              <a:t>Neuromorphic </a:t>
            </a:r>
            <a:br>
              <a:rPr sz="4800">
                <a:solidFill>
                  <a:schemeClr val="accent6">
                    <a:lumMod val="76000"/>
                  </a:schemeClr>
                </a:solidFill>
                <a:latin typeface="Lucida Sans"/>
              </a:rPr>
            </a:br>
            <a:r>
              <a:rPr lang="en-US" sz="4800" b="0" strike="noStrike" spc="-1">
                <a:solidFill>
                  <a:schemeClr val="accent6">
                    <a:lumMod val="76000"/>
                  </a:schemeClr>
                </a:solidFill>
                <a:latin typeface="Lucida Sans"/>
                <a:ea typeface="ＭＳ Ｐゴシック"/>
              </a:rPr>
              <a:t>FPGA &amp; ASIC </a:t>
            </a:r>
            <a:br>
              <a:rPr sz="4800">
                <a:solidFill>
                  <a:schemeClr val="accent6">
                    <a:lumMod val="76000"/>
                  </a:schemeClr>
                </a:solidFill>
                <a:latin typeface="Lucida Sans"/>
              </a:rPr>
            </a:br>
            <a:r>
              <a:rPr lang="en-US" sz="4800" b="0" strike="noStrike" spc="-1">
                <a:solidFill>
                  <a:schemeClr val="accent6">
                    <a:lumMod val="76000"/>
                  </a:schemeClr>
                </a:solidFill>
                <a:latin typeface="Lucida Sans"/>
                <a:ea typeface="ＭＳ Ｐゴシック"/>
              </a:rPr>
              <a:t>Architectures</a:t>
            </a:r>
            <a:br>
              <a:rPr sz="4800">
                <a:solidFill>
                  <a:schemeClr val="accent6">
                    <a:lumMod val="76000"/>
                  </a:schemeClr>
                </a:solidFill>
                <a:latin typeface="Lucida Sans"/>
              </a:rPr>
            </a:br>
            <a:endParaRPr lang="en-US" sz="4800" b="0" strike="noStrike" spc="-1">
              <a:solidFill>
                <a:schemeClr val="accent6">
                  <a:lumMod val="76000"/>
                </a:schemeClr>
              </a:solidFill>
              <a:latin typeface="Lucida Sans"/>
            </a:endParaRPr>
          </a:p>
        </p:txBody>
      </p:sp>
      <p:sp>
        <p:nvSpPr>
          <p:cNvPr id="10" name="TextBox 2"/>
          <p:cNvSpPr/>
          <p:nvPr/>
        </p:nvSpPr>
        <p:spPr>
          <a:xfrm>
            <a:off x="6008760" y="2639160"/>
            <a:ext cx="1814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endParaRPr lang="en-GB" sz="3000" b="0" strike="noStrike" spc="-1">
              <a:solidFill>
                <a:schemeClr val="dk1"/>
              </a:solidFill>
              <a:latin typeface="Georgia"/>
              <a:ea typeface="ＭＳ Ｐゴシック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DBB04-857A-3ECC-328A-00124E80C91C}"/>
              </a:ext>
            </a:extLst>
          </p:cNvPr>
          <p:cNvSpPr txBox="1"/>
          <p:nvPr/>
        </p:nvSpPr>
        <p:spPr>
          <a:xfrm>
            <a:off x="1637580" y="4915248"/>
            <a:ext cx="873851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/>
              <a:t>Michail </a:t>
            </a:r>
            <a:r>
              <a:rPr lang="en-GB" sz="2800" err="1"/>
              <a:t>Rontionov</a:t>
            </a:r>
            <a:r>
              <a:rPr lang="en-GB" sz="2800"/>
              <a:t> (</a:t>
            </a:r>
            <a:r>
              <a:rPr lang="en-GB" sz="2800" i="1"/>
              <a:t>University of Southampton</a:t>
            </a:r>
            <a:r>
              <a:rPr lang="en-GB" sz="2800"/>
              <a:t>)</a:t>
            </a:r>
          </a:p>
          <a:p>
            <a:r>
              <a:rPr lang="en-GB" sz="2800"/>
              <a:t>Nassim </a:t>
            </a:r>
            <a:r>
              <a:rPr lang="en-GB" sz="2800" err="1"/>
              <a:t>Beladel</a:t>
            </a:r>
            <a:r>
              <a:rPr lang="en-GB" sz="2800"/>
              <a:t> (</a:t>
            </a:r>
            <a:r>
              <a:rPr lang="en-GB" sz="2800" i="1"/>
              <a:t>ETH Zurich</a:t>
            </a:r>
            <a:r>
              <a:rPr lang="en-GB" sz="2800"/>
              <a:t>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C96E24-6DB5-6936-EA32-0B9441FEBCC4}"/>
              </a:ext>
            </a:extLst>
          </p:cNvPr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lang="en-GB"/>
              <a:t>Michail Rontionov &amp; Nassim Beladel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10400" y="1389600"/>
            <a:ext cx="9155880" cy="61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r>
              <a:rPr lang="en-US" spc="-1">
                <a:solidFill>
                  <a:schemeClr val="accent6">
                    <a:lumMod val="76000"/>
                  </a:schemeClr>
                </a:solidFill>
                <a:latin typeface="Lucida Sans"/>
                <a:ea typeface="ＭＳ Ｐゴシック"/>
              </a:rPr>
              <a:t>Agenda</a:t>
            </a:r>
            <a:endParaRPr lang="en-US" sz="4400" b="0" strike="noStrike" spc="-1">
              <a:solidFill>
                <a:schemeClr val="accent6">
                  <a:lumMod val="76000"/>
                </a:schemeClr>
              </a:solidFill>
              <a:latin typeface="Lucida Sans"/>
              <a:ea typeface="ＭＳ Ｐゴシック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8B6B69-B456-28C2-1969-44A58840B52A}"/>
              </a:ext>
            </a:extLst>
          </p:cNvPr>
          <p:cNvSpPr txBox="1"/>
          <p:nvPr/>
        </p:nvSpPr>
        <p:spPr>
          <a:xfrm>
            <a:off x="399422" y="2333880"/>
            <a:ext cx="9515655" cy="38532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8C8803-0EE7-DE28-1996-A33CD141FA58}"/>
              </a:ext>
            </a:extLst>
          </p:cNvPr>
          <p:cNvSpPr txBox="1"/>
          <p:nvPr/>
        </p:nvSpPr>
        <p:spPr>
          <a:xfrm>
            <a:off x="1518555" y="2332480"/>
            <a:ext cx="9155392" cy="25453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sz="2800"/>
              <a:t>Neuromorphic Accelerator Design Space</a:t>
            </a:r>
            <a:endParaRPr lang="en-US" sz="2800"/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sz="2800"/>
              <a:t>FPGA Accelerator Overview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sz="2800"/>
              <a:t>ASIC </a:t>
            </a:r>
            <a:r>
              <a:rPr lang="en-GB" sz="2800" err="1"/>
              <a:t>ACcelerator</a:t>
            </a:r>
            <a:r>
              <a:rPr lang="en-GB" sz="2800"/>
              <a:t> Overview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A35E7E-C066-4525-94B8-F8609D9885A5}"/>
              </a:ext>
            </a:extLst>
          </p:cNvPr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lang="en-GB"/>
              <a:t>Michail Rontionov &amp; Nassim Beladel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E636-D291-C8E1-209B-D483C70D2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1641" y="3282565"/>
            <a:ext cx="9155880" cy="611640"/>
          </a:xfrm>
        </p:spPr>
        <p:txBody>
          <a:bodyPr/>
          <a:lstStyle/>
          <a:p>
            <a:pPr algn="ctr"/>
            <a:r>
              <a:rPr lang="en-GB">
                <a:solidFill>
                  <a:schemeClr val="accent6">
                    <a:lumMod val="76000"/>
                  </a:schemeClr>
                </a:solidFill>
                <a:latin typeface="Lucida Sans"/>
              </a:rPr>
              <a:t>Neuromorphic Accelerator </a:t>
            </a:r>
            <a:br>
              <a:rPr lang="en-GB">
                <a:solidFill>
                  <a:schemeClr val="accent6">
                    <a:lumMod val="76000"/>
                  </a:schemeClr>
                </a:solidFill>
                <a:latin typeface="Lucida Sans"/>
              </a:rPr>
            </a:br>
            <a:r>
              <a:rPr lang="en-GB">
                <a:solidFill>
                  <a:schemeClr val="accent6">
                    <a:lumMod val="76000"/>
                  </a:schemeClr>
                </a:solidFill>
                <a:latin typeface="Lucida Sans"/>
              </a:rPr>
              <a:t>Design Space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5CC93-1F99-4A4D-BA71-A7633106D593}"/>
              </a:ext>
            </a:extLst>
          </p:cNvPr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lang="en-GB"/>
              <a:t>Michail Rontionov &amp; Nassim Beladel</a:t>
            </a:r>
          </a:p>
        </p:txBody>
      </p:sp>
    </p:spTree>
    <p:extLst>
      <p:ext uri="{BB962C8B-B14F-4D97-AF65-F5344CB8AC3E}">
        <p14:creationId xmlns:p14="http://schemas.microsoft.com/office/powerpoint/2010/main" val="2024866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D8E2F39-6635-96C9-C553-14E2685669FB}"/>
              </a:ext>
            </a:extLst>
          </p:cNvPr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lang="en-GB"/>
              <a:t>Michail Rontionov &amp; Nassim Beladel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F43EE4-291E-4A4B-DC70-44E5B942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Discretization Method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AB5912-D857-C3DE-96E1-E84A72A38E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88155" y="3255285"/>
            <a:ext cx="3230710" cy="629140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20D0FAB-1300-86C0-1621-983C275BC175}"/>
              </a:ext>
            </a:extLst>
          </p:cNvPr>
          <p:cNvSpPr txBox="1">
            <a:spLocks/>
          </p:cNvSpPr>
          <p:nvPr/>
        </p:nvSpPr>
        <p:spPr>
          <a:xfrm>
            <a:off x="6408420" y="4801710"/>
            <a:ext cx="5390180" cy="9579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/>
              <a:t>Neuron Subthreshold Membrane Dynamics (Gerstner et al. 2014)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FE492C-1804-1623-80E8-880C1B2FE856}"/>
              </a:ext>
            </a:extLst>
          </p:cNvPr>
          <p:cNvSpPr txBox="1"/>
          <p:nvPr/>
        </p:nvSpPr>
        <p:spPr>
          <a:xfrm>
            <a:off x="327660" y="2057400"/>
            <a:ext cx="57683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/>
              <a:t>The  common Leaky-Integrate and Fire (LIF) model is defined as an 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/>
              <a:t>Each hardware designer has to pick a discretization to implement in their hardware.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/>
          </a:p>
        </p:txBody>
      </p:sp>
    </p:spTree>
    <p:extLst>
      <p:ext uri="{BB962C8B-B14F-4D97-AF65-F5344CB8AC3E}">
        <p14:creationId xmlns:p14="http://schemas.microsoft.com/office/powerpoint/2010/main" val="1551308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2A7123-03B2-C376-1695-A9825959CDF0}"/>
              </a:ext>
            </a:extLst>
          </p:cNvPr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lang="en-GB"/>
              <a:t>Michail Rontionov &amp; Nassim Beladel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4157EA-1BC6-19E8-9734-2DCF5BB22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Discretization Method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96DA43D-7800-59B7-D909-9B75402031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02471" y="1948680"/>
            <a:ext cx="3386098" cy="659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41538C-2A31-5FFE-2374-9C9D29C23AE2}"/>
              </a:ext>
            </a:extLst>
          </p:cNvPr>
          <p:cNvCxnSpPr>
            <a:cxnSpLocks/>
          </p:cNvCxnSpPr>
          <p:nvPr/>
        </p:nvCxnSpPr>
        <p:spPr>
          <a:xfrm flipH="1">
            <a:off x="3718560" y="2608080"/>
            <a:ext cx="1623060" cy="392055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97527C-6DC7-4781-2804-50B99E1072D9}"/>
              </a:ext>
            </a:extLst>
          </p:cNvPr>
          <p:cNvSpPr txBox="1"/>
          <p:nvPr/>
        </p:nvSpPr>
        <p:spPr>
          <a:xfrm>
            <a:off x="381000" y="3230880"/>
            <a:ext cx="51968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Forward Euler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First-order accurate (error O(</a:t>
            </a:r>
            <a:r>
              <a:rPr lang="el-GR" b="1"/>
              <a:t>Δ</a:t>
            </a:r>
            <a:r>
              <a:rPr lang="en-GB" b="1"/>
              <a:t>t</a:t>
            </a:r>
            <a:r>
              <a:rPr lang="en-GB" b="1" baseline="30000"/>
              <a:t>2</a:t>
            </a:r>
            <a:r>
              <a:rPr lang="en-GB"/>
              <a:t>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Over-estimates decay as exponential approximated with a straight 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Error compounds across timesteps.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6852C68B-6F9C-5ACE-A291-154BA2EFB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20" y="3733764"/>
            <a:ext cx="3005328" cy="51816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61BF8C3-D3F5-D679-3BBD-971FCBF7F7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7848" y="3857866"/>
            <a:ext cx="5082004" cy="28741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9D85273-4AC0-A0B0-A09E-2B28D12B330C}"/>
              </a:ext>
            </a:extLst>
          </p:cNvPr>
          <p:cNvCxnSpPr>
            <a:cxnSpLocks/>
          </p:cNvCxnSpPr>
          <p:nvPr/>
        </p:nvCxnSpPr>
        <p:spPr>
          <a:xfrm>
            <a:off x="6964680" y="2605935"/>
            <a:ext cx="1507800" cy="39420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C589DF2-B2B0-4206-493B-8DEA9826BC9A}"/>
              </a:ext>
            </a:extLst>
          </p:cNvPr>
          <p:cNvSpPr txBox="1"/>
          <p:nvPr/>
        </p:nvSpPr>
        <p:spPr>
          <a:xfrm>
            <a:off x="6096000" y="3319349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Exact Delay / Zero Order Hold (ZOH)</a:t>
            </a:r>
          </a:p>
        </p:txBody>
      </p:sp>
    </p:spTree>
    <p:extLst>
      <p:ext uri="{BB962C8B-B14F-4D97-AF65-F5344CB8AC3E}">
        <p14:creationId xmlns:p14="http://schemas.microsoft.com/office/powerpoint/2010/main" val="158109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CC6505-9E1B-38E5-C150-F215647C187F}"/>
              </a:ext>
            </a:extLst>
          </p:cNvPr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lang="en-GB"/>
              <a:t>Michail Rontionov &amp; Nassim Beladel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C507F3-1D08-6BFD-BD30-94476393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Time-Stepped vs Event-Driven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902C9-D142-5A73-FE61-EE1C54BED7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000"/>
              <a:t>Time-Stepped: Update state on every timestep.</a:t>
            </a:r>
          </a:p>
          <a:p>
            <a:r>
              <a:rPr lang="en-GB" sz="2000"/>
              <a:t>Time-Stepped Leaky-Integrate &amp; Fire Neuron</a:t>
            </a:r>
          </a:p>
          <a:p>
            <a:pPr lvl="1"/>
            <a:r>
              <a:rPr lang="en-GB" sz="1600"/>
              <a:t>Membrane Update</a:t>
            </a:r>
          </a:p>
          <a:p>
            <a:pPr lvl="1"/>
            <a:r>
              <a:rPr lang="en-GB" sz="1600"/>
              <a:t>Spike Condition</a:t>
            </a:r>
          </a:p>
          <a:p>
            <a:pPr lvl="1"/>
            <a:r>
              <a:rPr lang="en-GB" sz="1600"/>
              <a:t>Membrane Reset</a:t>
            </a:r>
          </a:p>
          <a:p>
            <a:endParaRPr lang="en-GB" sz="2000"/>
          </a:p>
        </p:txBody>
      </p:sp>
      <p:pic>
        <p:nvPicPr>
          <p:cNvPr id="9" name="Online Image Placeholder 8">
            <a:extLst>
              <a:ext uri="{FF2B5EF4-FFF2-40B4-BE49-F238E27FC236}">
                <a16:creationId xmlns:a16="http://schemas.microsoft.com/office/drawing/2014/main" id="{363831A4-68E1-0BF7-0674-6C1C04D5A970}"/>
              </a:ext>
            </a:extLst>
          </p:cNvPr>
          <p:cNvPicPr>
            <a:picLocks noGrp="1" noChangeAspect="1"/>
          </p:cNvPicPr>
          <p:nvPr>
            <p:ph type="clipArt" sz="quarter" idx="1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6261" y="2589935"/>
            <a:ext cx="2478782" cy="23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D98C4E-B419-08B9-CD0F-BC3264243E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sz="2000"/>
              <a:t>Event-Driven: Update on spike arrival.</a:t>
            </a:r>
          </a:p>
          <a:p>
            <a:r>
              <a:rPr lang="en-GB" sz="2000"/>
              <a:t>Event-Driven Leaky Integrate &amp; Fire Neuron</a:t>
            </a:r>
          </a:p>
          <a:p>
            <a:pPr lvl="1"/>
            <a:r>
              <a:rPr lang="en-GB" sz="1600"/>
              <a:t>Membrane Update: </a:t>
            </a:r>
          </a:p>
          <a:p>
            <a:pPr lvl="1"/>
            <a:endParaRPr lang="en-GB" sz="1600"/>
          </a:p>
          <a:p>
            <a:pPr lvl="1"/>
            <a:r>
              <a:rPr lang="en-GB" sz="1600"/>
              <a:t>Reset condition</a:t>
            </a:r>
          </a:p>
          <a:p>
            <a:pPr lvl="1"/>
            <a:endParaRPr lang="en-GB" sz="1600"/>
          </a:p>
        </p:txBody>
      </p:sp>
      <p:pic>
        <p:nvPicPr>
          <p:cNvPr id="11" name="Online Image Placeholder 10">
            <a:extLst>
              <a:ext uri="{FF2B5EF4-FFF2-40B4-BE49-F238E27FC236}">
                <a16:creationId xmlns:a16="http://schemas.microsoft.com/office/drawing/2014/main" id="{0A4974AA-E9BB-7CE6-CC02-C0938F699287}"/>
              </a:ext>
            </a:extLst>
          </p:cNvPr>
          <p:cNvPicPr>
            <a:picLocks noGrp="1" noChangeAspect="1"/>
          </p:cNvPicPr>
          <p:nvPr>
            <p:ph type="clipArt" sz="quarter" idx="1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6261" y="2898123"/>
            <a:ext cx="2187167" cy="23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A66A7C1-2BBC-9490-5132-81A9185B67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6261" y="3206311"/>
            <a:ext cx="2319713" cy="23859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DC1D0BD-ED50-2C7A-0F56-D39BDC20B0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9058" y="2828535"/>
            <a:ext cx="3768363" cy="27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428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814886-BA21-505D-2163-A7DB1C656FC0}"/>
              </a:ext>
            </a:extLst>
          </p:cNvPr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lang="en-GB"/>
              <a:t>Michail Rontionov &amp; Nassim </a:t>
            </a:r>
            <a:r>
              <a:rPr lang="en-GB" err="1"/>
              <a:t>Beladel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D2BC7C-3FA0-F4F9-0E33-63FC34D6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Lucida Sans"/>
              </a:rPr>
              <a:t>Many-core vs Streaming 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D44B8-4A56-0BE2-4C57-180EE98469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FD1C3FF6-6F9F-3F64-F199-CA4223B3292F}"/>
              </a:ext>
            </a:extLst>
          </p:cNvPr>
          <p:cNvSpPr>
            <a:spLocks noGrp="1"/>
          </p:cNvSpPr>
          <p:nvPr>
            <p:ph type="clipArt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F5319F-ECD1-9AA2-4B30-84CBEE74B5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nline Image Placeholder 6">
            <a:extLst>
              <a:ext uri="{FF2B5EF4-FFF2-40B4-BE49-F238E27FC236}">
                <a16:creationId xmlns:a16="http://schemas.microsoft.com/office/drawing/2014/main" id="{1AB96BBD-515F-0CD6-8560-ABBE86DE54D0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6749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82524D-F5FC-33B1-7DEC-4D8BC2CBF62F}"/>
              </a:ext>
            </a:extLst>
          </p:cNvPr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lang="en-GB"/>
              <a:t>Michail Rontionov &amp; Nassim </a:t>
            </a:r>
            <a:r>
              <a:rPr lang="en-GB" err="1"/>
              <a:t>Beladel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69F460-039C-472E-8263-29BE087CC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Lucida Sans"/>
              </a:rPr>
              <a:t>Memory Architecture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B3E3F40-7F16-5E68-7D36-F519F2B513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Online Image Placeholder 8">
            <a:extLst>
              <a:ext uri="{FF2B5EF4-FFF2-40B4-BE49-F238E27FC236}">
                <a16:creationId xmlns:a16="http://schemas.microsoft.com/office/drawing/2014/main" id="{07DD921A-4C8D-2A91-A7D5-966DC81294E2}"/>
              </a:ext>
            </a:extLst>
          </p:cNvPr>
          <p:cNvSpPr>
            <a:spLocks noGrp="1"/>
          </p:cNvSpPr>
          <p:nvPr>
            <p:ph type="clipArt" sz="quarter" idx="11"/>
          </p:nvPr>
        </p:nvSpPr>
        <p:spPr/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AAC5739-2D70-30A1-DE5D-E253CE7412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Online Image Placeholder 10">
            <a:extLst>
              <a:ext uri="{FF2B5EF4-FFF2-40B4-BE49-F238E27FC236}">
                <a16:creationId xmlns:a16="http://schemas.microsoft.com/office/drawing/2014/main" id="{E84E3306-EBBB-67D9-4DAB-57CB3FE6FB0B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723268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F7A31-0ADB-2414-06AC-718ADB3F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FPGA Neuromorphic Accelerators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78A7AA-AE34-48CF-B441-E252A5EE4248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/>
              <a:t>Michail Rontionov &amp; Nassim Beladel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3667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F568AA-B20F-9758-7429-7F2E6F4BCF0D}"/>
              </a:ext>
            </a:extLst>
          </p:cNvPr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lang="en-GB"/>
              <a:t>Michail Rontionov &amp; Nassim </a:t>
            </a:r>
            <a:r>
              <a:rPr lang="en-GB" err="1"/>
              <a:t>Beladel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59C790-6D81-F360-7D63-E9C7FDB2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Lucida Sans"/>
              </a:rPr>
              <a:t>Spiker+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A1F23-89F8-740D-8430-D2072978DE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9296E2B6-39A8-2D47-77A7-6FAA78C9CFBD}"/>
              </a:ext>
            </a:extLst>
          </p:cNvPr>
          <p:cNvSpPr>
            <a:spLocks noGrp="1"/>
          </p:cNvSpPr>
          <p:nvPr>
            <p:ph type="clipArt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6130CA-15F7-9E22-F4D8-E6E5A674ED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nline Image Placeholder 6">
            <a:extLst>
              <a:ext uri="{FF2B5EF4-FFF2-40B4-BE49-F238E27FC236}">
                <a16:creationId xmlns:a16="http://schemas.microsoft.com/office/drawing/2014/main" id="{946AC562-4F9F-9473-D8B4-234013C3A05F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077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9369C3-BEB5-8600-5140-D2377BE6B62B}"/>
              </a:ext>
            </a:extLst>
          </p:cNvPr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lang="en-GB"/>
              <a:t>Michail Rontionov &amp; Nassim </a:t>
            </a:r>
            <a:r>
              <a:rPr lang="en-GB" err="1"/>
              <a:t>Beladel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BD79B5-F7D6-C7D1-35C1-F8ABD5B02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YANA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9D38-59A1-6909-9262-65A6622064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2876EF51-B7E0-4ABA-3D3D-82F2873B446C}"/>
              </a:ext>
            </a:extLst>
          </p:cNvPr>
          <p:cNvSpPr>
            <a:spLocks noGrp="1"/>
          </p:cNvSpPr>
          <p:nvPr>
            <p:ph type="clipArt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AEDBE8-CDFA-5CF9-14B8-79AFE13FC8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nline Image Placeholder 6">
            <a:extLst>
              <a:ext uri="{FF2B5EF4-FFF2-40B4-BE49-F238E27FC236}">
                <a16:creationId xmlns:a16="http://schemas.microsoft.com/office/drawing/2014/main" id="{344DD455-CAEF-7F6C-4807-733AE070384C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491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903C3C-46CC-58CF-81DD-1241726D19B4}"/>
              </a:ext>
            </a:extLst>
          </p:cNvPr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lang="en-GB"/>
              <a:t>Michail Rontionov &amp; Nassim </a:t>
            </a:r>
            <a:r>
              <a:rPr lang="en-GB" err="1"/>
              <a:t>Beladel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091598-70F5-B7F2-6546-042A63A1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Lucida Sans"/>
              </a:rPr>
              <a:t>FENN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FF117-EE36-BD90-36BB-72207B1145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BD15B48F-53FD-9DFB-606C-16CE0E80C5A2}"/>
              </a:ext>
            </a:extLst>
          </p:cNvPr>
          <p:cNvSpPr>
            <a:spLocks noGrp="1"/>
          </p:cNvSpPr>
          <p:nvPr>
            <p:ph type="clipArt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C2006D-6075-6D7C-6546-165C417906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nline Image Placeholder 6">
            <a:extLst>
              <a:ext uri="{FF2B5EF4-FFF2-40B4-BE49-F238E27FC236}">
                <a16:creationId xmlns:a16="http://schemas.microsoft.com/office/drawing/2014/main" id="{823ED2BA-E0E6-2962-5E9D-397CBB00100C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618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AB69-F3F6-EEE3-F754-E28DD449C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ASIC Neuromorphic Accelerators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4E820B-8FD2-2CC7-1410-2484ED21494F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/>
              <a:t>Michail Rontionov &amp; Nassim Beladel</a:t>
            </a:r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4423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BBD7770-70E3-5C33-4F00-0548BAA0431D}"/>
              </a:ext>
            </a:extLst>
          </p:cNvPr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lang="en-GB"/>
              <a:t>Michail Rontionov &amp; Nassim Beladel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BEE002-A8CA-8B6E-2969-4FD3C39B7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Work #1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8F660-6383-4ACE-EFD0-8F3FB7194C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55AAAA43-D8E7-9D2E-4D71-875F085401BF}"/>
              </a:ext>
            </a:extLst>
          </p:cNvPr>
          <p:cNvSpPr>
            <a:spLocks noGrp="1"/>
          </p:cNvSpPr>
          <p:nvPr>
            <p:ph type="clipArt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8CD609-C3EB-0AB7-F2D0-7FDDC00352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nline Image Placeholder 6">
            <a:extLst>
              <a:ext uri="{FF2B5EF4-FFF2-40B4-BE49-F238E27FC236}">
                <a16:creationId xmlns:a16="http://schemas.microsoft.com/office/drawing/2014/main" id="{19271D87-C8BD-C7FA-E3C8-36F8019DE2E0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270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CCF2A6-8A49-62BB-1A3B-BB35DD78C9F4}"/>
              </a:ext>
            </a:extLst>
          </p:cNvPr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lang="en-GB"/>
              <a:t>Michail Rontionov &amp; Nassim Beladel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CA5CA4-9DB5-35A6-B5A3-331733B5C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Work #2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4A66B-7920-2BBD-3CC3-9C092CAFE2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CBBC5393-B301-C0AC-4028-CBCA227C1593}"/>
              </a:ext>
            </a:extLst>
          </p:cNvPr>
          <p:cNvSpPr>
            <a:spLocks noGrp="1"/>
          </p:cNvSpPr>
          <p:nvPr>
            <p:ph type="clipArt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713BE4-41BE-54A7-E897-D3F82CBA5C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nline Image Placeholder 6">
            <a:extLst>
              <a:ext uri="{FF2B5EF4-FFF2-40B4-BE49-F238E27FC236}">
                <a16:creationId xmlns:a16="http://schemas.microsoft.com/office/drawing/2014/main" id="{4500ABFA-D74A-8381-5936-78C77E164FB8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401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39A006-5465-91D0-BFCA-1616E1843660}"/>
              </a:ext>
            </a:extLst>
          </p:cNvPr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rPr lang="en-GB"/>
              <a:t>Michail Rontionov &amp; Nassim Beladel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F5165B-31E8-F0D6-51FF-41CC27CD4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Work #3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DD7B0-39C6-028D-D2FF-FE5B89308B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638D833E-C63E-ED92-9331-529359BE04EA}"/>
              </a:ext>
            </a:extLst>
          </p:cNvPr>
          <p:cNvSpPr>
            <a:spLocks noGrp="1"/>
          </p:cNvSpPr>
          <p:nvPr>
            <p:ph type="clipArt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747F34-0813-38B7-FA90-4738C52B7A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Online Image Placeholder 6">
            <a:extLst>
              <a:ext uri="{FF2B5EF4-FFF2-40B4-BE49-F238E27FC236}">
                <a16:creationId xmlns:a16="http://schemas.microsoft.com/office/drawing/2014/main" id="{9F965E5A-8F28-3F2A-6B0B-3B175273C4BA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306466"/>
      </p:ext>
    </p:extLst>
  </p:cSld>
  <p:clrMapOvr>
    <a:masterClrMapping/>
  </p:clrMapOvr>
</p:sld>
</file>

<file path=ppt/theme/theme1.xml><?xml version="1.0" encoding="utf-8"?>
<a:theme xmlns:a="http://schemas.openxmlformats.org/drawingml/2006/main" name="uos_powerpoing">
  <a:themeElements>
    <a:clrScheme name="MINDS CDT">
      <a:dk1>
        <a:srgbClr val="01547E"/>
      </a:dk1>
      <a:lt1>
        <a:srgbClr val="FEFFFE"/>
      </a:lt1>
      <a:dk2>
        <a:srgbClr val="00557E"/>
      </a:dk2>
      <a:lt2>
        <a:srgbClr val="77ADD3"/>
      </a:lt2>
      <a:accent1>
        <a:srgbClr val="C0D000"/>
      </a:accent1>
      <a:accent2>
        <a:srgbClr val="F5A658"/>
      </a:accent2>
      <a:accent3>
        <a:srgbClr val="A54B1B"/>
      </a:accent3>
      <a:accent4>
        <a:srgbClr val="050976"/>
      </a:accent4>
      <a:accent5>
        <a:srgbClr val="335B17"/>
      </a:accent5>
      <a:accent6>
        <a:srgbClr val="A22024"/>
      </a:accent6>
      <a:hlink>
        <a:srgbClr val="A67891"/>
      </a:hlink>
      <a:folHlink>
        <a:srgbClr val="8F9E94"/>
      </a:folHlink>
    </a:clrScheme>
    <a:fontScheme name="uos_ppt__template_electronics">
      <a:majorFont>
        <a:latin typeface="Georgia"/>
        <a:ea typeface="ＭＳ Ｐゴシック"/>
        <a:cs typeface=""/>
      </a:majorFont>
      <a:minorFont>
        <a:latin typeface="Georgia"/>
        <a:ea typeface="ＭＳ Ｐゴシック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uos_powerpoing</vt:lpstr>
      <vt:lpstr>Neuromorphic  FPGA &amp; ASIC  Architectures </vt:lpstr>
      <vt:lpstr>Agenda</vt:lpstr>
      <vt:lpstr>Neuromorphic Accelerator  Design Space</vt:lpstr>
      <vt:lpstr>Discretization Method</vt:lpstr>
      <vt:lpstr>Discretization Method</vt:lpstr>
      <vt:lpstr>Time-Stepped vs Event-Driven</vt:lpstr>
      <vt:lpstr>Many-core vs Streaming </vt:lpstr>
      <vt:lpstr>Memory Architecture</vt:lpstr>
      <vt:lpstr>FPGA Neuromorphic Accelerators</vt:lpstr>
      <vt:lpstr>Spiker+</vt:lpstr>
      <vt:lpstr>YANA</vt:lpstr>
      <vt:lpstr>FENN</vt:lpstr>
      <vt:lpstr>ASIC Neuromorphic Accelerators</vt:lpstr>
      <vt:lpstr>Work #1</vt:lpstr>
      <vt:lpstr>Work #2</vt:lpstr>
      <vt:lpstr>Work #3</vt:lpstr>
    </vt:vector>
  </TitlesOfParts>
  <Company>University of Southampton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Emma Miles</dc:creator>
  <dc:description/>
  <cp:revision>1</cp:revision>
  <dcterms:created xsi:type="dcterms:W3CDTF">2024-01-04T11:47:17Z</dcterms:created>
  <dcterms:modified xsi:type="dcterms:W3CDTF">2026-04-30T18:27:35Z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</vt:i4>
  </property>
</Properties>
</file>